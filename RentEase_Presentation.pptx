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ojahid" userId="4c1afb2c5ebc34fe" providerId="LiveId" clId="{16CDDD25-34FF-4A34-888C-2A1A2DC70C03}"/>
    <pc:docChg chg="modSld">
      <pc:chgData name="mohammad mojahid" userId="4c1afb2c5ebc34fe" providerId="LiveId" clId="{16CDDD25-34FF-4A34-888C-2A1A2DC70C03}" dt="2026-03-07T17:58:47.204" v="27" actId="20577"/>
      <pc:docMkLst>
        <pc:docMk/>
      </pc:docMkLst>
      <pc:sldChg chg="modSp mod">
        <pc:chgData name="mohammad mojahid" userId="4c1afb2c5ebc34fe" providerId="LiveId" clId="{16CDDD25-34FF-4A34-888C-2A1A2DC70C03}" dt="2026-03-07T17:58:47.204" v="27" actId="20577"/>
        <pc:sldMkLst>
          <pc:docMk/>
          <pc:sldMk cId="0" sldId="256"/>
        </pc:sldMkLst>
        <pc:spChg chg="mod">
          <ac:chgData name="mohammad mojahid" userId="4c1afb2c5ebc34fe" providerId="LiveId" clId="{16CDDD25-34FF-4A34-888C-2A1A2DC70C03}" dt="2026-03-07T17:58:24.640" v="5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hammad mojahid" userId="4c1afb2c5ebc34fe" providerId="LiveId" clId="{16CDDD25-34FF-4A34-888C-2A1A2DC70C03}" dt="2026-03-07T17:58:47.204" v="27" actId="20577"/>
          <ac:spMkLst>
            <pc:docMk/>
            <pc:sldMk cId="0" sldId="25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6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-457200"/>
            <a:ext cx="2286000" cy="22860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731520" y="5303520"/>
            <a:ext cx="2743200" cy="27432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73152" cy="2560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effectLst>
                  <a:glow rad="127000">
                    <a:srgbClr val="7091E6">
                      <a:alpha val="5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Rental Management Web Application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3090672"/>
            <a:ext cx="54864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 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Mohammad Mojahid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B.Sc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(Computer Science) — 6th Semester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041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College:  </a:t>
            </a: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Dharanidhar University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 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Contents / 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04872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04872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5877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666744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66744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66744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492861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928616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28616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51114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Panels of the Project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11430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143000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43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325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4048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404872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04872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25877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666744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666744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66744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Introduction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572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Rental Management?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rental management system is a digital platform that helps property owners manage their properties, tenants, and payments efficiently.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replaces manual record-keeping with automated, organized digital processes.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real-time tracking of payment dues, complaints, and notices.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smooth communication between landlords and tenants through a centralized platform.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5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051560"/>
            <a:ext cx="5989320" cy="45720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Without Digital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paper-based records are error-prone and time consuming.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payment tracking is difficult — delays and disputes arise frequently.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system for complaints or maintenance requests.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struggle to manage multiple properties and tenants simultaneously.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lack transparency about rent dues, notices and property rules.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 (Aadhaar, ID proof) is disorganized and insecure.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Simplify Property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owners to add, manage and track multiple properties and units with ease.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3672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25112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&amp; Payment Tracking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25112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detailed tenant records, track monthly rent payments and dues automatically.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8744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38744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30184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Digital Platform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0184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single, unified platform accessible from any device via web browser.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Communication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seamless communication through notices, complaints, and notifications between owners and tenants.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33672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33672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25112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25112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Securely upload and store tenant documents like Aadhaar and ID proof in the cloud.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38744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38744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30184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30184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owners clear visibility into income, pending payments and financial history.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Hardware &amp; Software Requirements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 Hardware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or Desktop PC (minimum 4GB RAM)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587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i3 / AMD Ryzen 3 or higher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92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256 GB SSD / HDD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197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 or WiFi connection (for Firebase)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5001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1280×720 resolution screen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51560"/>
            <a:ext cx="598932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05156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 Software Requirements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1709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03720" y="1984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UI framework with type safety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24597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27340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Firestore DB &amp; File Storage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03720" y="32095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903720" y="34838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Ultra-fast development build tool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03720" y="3959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03720" y="4233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 &amp; hosting platform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0372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903720" y="49834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code editor / IDE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🐙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903720" y="5458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903720" y="57332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&amp; source code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System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11795760" cy="1097280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9728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USER TIER  —  Web Browser (React + TypeScript + Vite)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320040" cy="5486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907792"/>
            <a:ext cx="11795760" cy="128016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907792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  BACKEND TIER  —  Firebase Platform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Authentication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 Login &amp; Register)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(Real-time NoSQL DB)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Storage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(Document &amp; File Upload)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160520"/>
            <a:ext cx="320040" cy="5486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773168"/>
            <a:ext cx="11795760" cy="100584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4773168"/>
            <a:ext cx="1161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 DEPLOYMENT TIER  —  Vercel (CDN + Serverless Hosting)  |  GitHub (Version Control)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Important Panels of the Project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0976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home page with Owner &amp; Tenant login options, project branding and multi-language support (Hindi/English).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56048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Dashboard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management, tenant overview, floor/unit management, financial reports and send rent notices.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11312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61120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02752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assigned property details, apply for property, submit complaints, view notifications.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02752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50976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/ Unit Management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can add properties, define floors/units, mark vacancy, and assign tenants to specific units.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2608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06240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956048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upload Aadhaar card, ID proof and profile photo securely stored in Firebase Storage.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1312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11312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896112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Payment &amp; Tracking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302752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send rent notices; tenants pay via UPI/QR code. Real-time payment status tracking with history.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02752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22860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of RentEase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Firebase Auth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Phone-based login with OTP, role-based access (Owner / Tenant)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3552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Multi-Property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73552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multiple properties, floors and units from one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72784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Notice System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72784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send digital rent notices; tenants receive real-time alerts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0576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72016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Payment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72016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scan QR code to pay rent via UPI apps instantly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2880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74320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system for payments, notices and complaints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82112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73552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273552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Hindi and English for wider accessibility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81344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72784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Storage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72784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cloud storage of Aadhaar, ID proof and profile photos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80576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0576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272016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272016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dashboard shows income summary and late payment alerts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Future Scope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5097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native Android &amp; iOS apps using React Native for easier access on smartphones.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8601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Payment Integration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8601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Razorpay / Stripe for direct rent collection within the app — automated receipts.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097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Tenant Verification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5097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AI/ML to verify tenant identity documents automatically and flag suspicious profiles.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8601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8601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analytics dashboard with graphs — income trends, occupancy rates, payment forecasting.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0116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097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Chat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5097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owners and tenants for faster issue resolution without external apps.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3620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8601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Reminders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8601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Auto-scheduled SMS/email reminders for rent due dates, lease renewals and inspections.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188720"/>
            <a:ext cx="3108960" cy="310896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17373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50292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 successfully bridges the gap between traditional rental management and modern digital solutions.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02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can add properties, manage tenants, send rent notices and view financial reports — all in one place.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546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enjoy a transparent experience — viewing their dues, paying rent via QR code, and submitting complaints.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40690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0690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modern technologies (React, TypeScript, Firebase) ensuring reliability, scalability and security.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49834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9834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 demonstrates how technology can transform everyday rental management challenges into seamless experiences.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Bibliography / 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1338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Documentation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6968" y="1426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https://firebase.google.com/docs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Firebase docs for Authentication, Firestore &amp; Storage.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1883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6968" y="2176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https://react.dev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React docs for component-based UI development.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578608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6968" y="2926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https://www.typescriptlang.org/docs/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6883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TypeScript language documentation and best practices.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328416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6968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https://vitejs.dev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43814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 documentation used for development and bundling.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078224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Documentation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6968" y="4425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https://vercel.com/docs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1879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platform documentation for hosting the web app.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4828032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" y="4882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Web Docs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6968" y="5175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https://developer.mozilla.org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937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for HTML, CSS, and JavaScript web standards.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8600" y="5577840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5632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Docs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86968" y="5925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https://docs.github.com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5687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and repository management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0" y="31546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RentEase — Rental Management Web Application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58064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0690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</Words>
  <Application>Microsoft Office PowerPoint</Application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mojahid</cp:lastModifiedBy>
  <cp:revision>1</cp:revision>
  <dcterms:created xsi:type="dcterms:W3CDTF">2026-03-07T17:56:17Z</dcterms:created>
  <dcterms:modified xsi:type="dcterms:W3CDTF">2026-03-07T17:58:48Z</dcterms:modified>
</cp:coreProperties>
</file>