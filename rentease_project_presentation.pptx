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9" r:id="rId11"/>
    <p:sldId id="270" r:id="rId12"/>
    <p:sldId id="271" r:id="rId13"/>
    <p:sldId id="265" r:id="rId14"/>
    <p:sldId id="266" r:id="rId15"/>
    <p:sldId id="267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666" y="6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1457B7-B9CB-4014-AB98-E6C3C1D0609E}" type="datetimeFigureOut">
              <a:rPr lang="en-US" smtClean="0"/>
              <a:t>11-Mar-26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4F16A4-71D0-4B4A-9117-D664767C5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000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F16A4-71D0-4B4A-9117-D664767C596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572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8091" y="3085765"/>
            <a:ext cx="8240108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2" y="990600"/>
            <a:ext cx="7989752" cy="1504844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2" y="2495444"/>
            <a:ext cx="7989752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07E6000-5975-4A70-9633-999384005735}" type="datetime1">
              <a:rPr lang="en-US" smtClean="0"/>
              <a:t>11-Mar-26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190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36307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13815-7BBC-41DB-9A50-9B97FD9DDAA2}" type="datetime1">
              <a:rPr lang="en-US" smtClean="0"/>
              <a:t>11-Mar-26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692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52646" y="5141973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36573"/>
            <a:ext cx="7989751" cy="1504844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7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00D6DC0-78ED-4FC2-A37B-4DE30023CE91}" type="datetime1">
              <a:rPr lang="en-US" smtClean="0"/>
              <a:t>11-Mar-26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152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2" y="2228002"/>
            <a:ext cx="389952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2" y="2228003"/>
            <a:ext cx="390766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AA41C-4380-4D10-B36E-CDEE8411F056}" type="datetime1">
              <a:rPr lang="en-US" smtClean="0"/>
              <a:t>11-Mar-26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671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28003"/>
            <a:ext cx="3593500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2" y="2926051"/>
            <a:ext cx="3899527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69308" y="2228003"/>
            <a:ext cx="3601635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926051"/>
            <a:ext cx="3907662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293DF-6AED-4710-86E3-B840C162BA9E}" type="datetime1">
              <a:rPr lang="en-US" smtClean="0"/>
              <a:t>11-Mar-26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499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6B23B-3C5E-42E5-8541-EE44B35BD87D}" type="datetime1">
              <a:rPr lang="en-US" smtClean="0"/>
              <a:t>11-Mar-26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128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0E88D-F496-4015-AB79-9A2764C7E3A9}" type="datetime1">
              <a:rPr lang="en-US" smtClean="0"/>
              <a:t>11-Mar-26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580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52646" y="5141973"/>
            <a:ext cx="8238707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352" y="5262296"/>
            <a:ext cx="353662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99" y="601200"/>
            <a:ext cx="824040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7" y="5262295"/>
            <a:ext cx="426532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85BB8D3-FFA1-4191-B26A-FEC84D2C1015}" type="datetime1">
              <a:rPr lang="en-US" smtClean="0"/>
              <a:t>11-Mar-26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846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4693389"/>
            <a:ext cx="7989752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8093" y="599725"/>
            <a:ext cx="8238706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6"/>
            <a:ext cx="7989752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39E38-7C84-4AA9-94B5-F45DC0BE88D4}" type="datetime1">
              <a:rPr lang="en-US" smtClean="0"/>
              <a:t>11-Mar-26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084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63ABB-20DB-403B-9362-891BCA027347}" type="datetime1">
              <a:rPr lang="en-US" smtClean="0"/>
              <a:t>11-Mar-26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694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0" y="599725"/>
            <a:ext cx="2057399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75725"/>
            <a:ext cx="1503123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2" y="675725"/>
            <a:ext cx="592220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5956136"/>
            <a:ext cx="947672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F5B0F93-D2FA-4FE4-A498-54A6962A4BBC}" type="datetime1">
              <a:rPr lang="en-US" smtClean="0"/>
              <a:t>11-Mar-26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0"/>
            <a:ext cx="5922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738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687474"/>
            <a:ext cx="7989752" cy="10833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28003"/>
            <a:ext cx="7989752" cy="3630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59327" y="59561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928B795-82DF-4160-9D12-0FB5E4A7076C}" type="datetime1">
              <a:rPr lang="en-US" smtClean="0"/>
              <a:t>11-Mar-26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0"/>
            <a:ext cx="48705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0476" y="5956136"/>
            <a:ext cx="770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8091" y="441325"/>
            <a:ext cx="2719909" cy="10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5976001" y="441325"/>
            <a:ext cx="2710800" cy="10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3216601" y="441325"/>
            <a:ext cx="2710800" cy="10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39060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RentEase – Rental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Web-Based Platform for Property Rental Management</a:t>
            </a:r>
          </a:p>
          <a:p>
            <a:endParaRPr dirty="0"/>
          </a:p>
          <a:p>
            <a:r>
              <a:rPr dirty="0"/>
              <a:t>Presented By: MD Mojahid</a:t>
            </a:r>
            <a:r>
              <a:rPr lang="en-US" dirty="0"/>
              <a:t>, Rahul Mishra, Satya </a:t>
            </a:r>
            <a:r>
              <a:rPr lang="en-US" dirty="0" err="1"/>
              <a:t>Swaddhaya</a:t>
            </a:r>
            <a:r>
              <a:rPr lang="en-US" dirty="0"/>
              <a:t>, Tauhid Ahmed</a:t>
            </a:r>
            <a:endParaRPr dirty="0"/>
          </a:p>
          <a:p>
            <a:r>
              <a:rPr dirty="0"/>
              <a:t>Department: (</a:t>
            </a:r>
            <a:r>
              <a:rPr lang="en-US" dirty="0" err="1"/>
              <a:t>B.Sc</a:t>
            </a:r>
            <a:r>
              <a:rPr lang="en-US" dirty="0"/>
              <a:t> Computer Science</a:t>
            </a:r>
            <a:r>
              <a:rPr dirty="0"/>
              <a:t>)</a:t>
            </a:r>
          </a:p>
          <a:p>
            <a:r>
              <a:rPr dirty="0"/>
              <a:t>Institution: (</a:t>
            </a:r>
            <a:r>
              <a:rPr lang="en-US" dirty="0"/>
              <a:t>Dharanidhar University</a:t>
            </a:r>
            <a:r>
              <a:rPr dirty="0"/>
              <a:t>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912CC8-0EDD-E388-45A1-866F5325A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Introduction</a:t>
            </a:r>
          </a:p>
          <a:p>
            <a:r>
              <a:rPr dirty="0"/>
              <a:t>2. Objectives</a:t>
            </a:r>
          </a:p>
          <a:p>
            <a:r>
              <a:rPr dirty="0"/>
              <a:t>3. System Overview</a:t>
            </a:r>
          </a:p>
          <a:p>
            <a:r>
              <a:rPr dirty="0"/>
              <a:t>4. Hardware &amp; Software Requirements</a:t>
            </a:r>
          </a:p>
          <a:p>
            <a:r>
              <a:rPr dirty="0"/>
              <a:t>5. </a:t>
            </a:r>
            <a:r>
              <a:rPr lang="en-US" dirty="0"/>
              <a:t>Website Panels</a:t>
            </a:r>
            <a:endParaRPr dirty="0"/>
          </a:p>
          <a:p>
            <a:r>
              <a:rPr dirty="0"/>
              <a:t>6. Future Enhancements</a:t>
            </a:r>
          </a:p>
          <a:p>
            <a:r>
              <a:rPr dirty="0"/>
              <a:t>7. Conclusion</a:t>
            </a:r>
          </a:p>
          <a:p>
            <a:r>
              <a:rPr dirty="0"/>
              <a:t>8. Bibliography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D8602D-DEC1-1651-C914-9250E84F7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RentEase is a web-based rental management platform designed to simplify property rental operations. It allows landlords to manage properties, tenants, and rental records digitally, reducing the need for manual paperwork and improving efficiency.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ADD03F-BABB-31E6-86FD-9E7D45541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Manual record keeping</a:t>
            </a:r>
          </a:p>
          <a:p>
            <a:r>
              <a:t>• Difficulty managing multiple tenants</a:t>
            </a:r>
          </a:p>
          <a:p>
            <a:r>
              <a:t>• Lack of centralized rental data</a:t>
            </a:r>
          </a:p>
          <a:p>
            <a:r>
              <a:t>• Poor communication between landlords and tenants</a:t>
            </a:r>
          </a:p>
          <a:p>
            <a:r>
              <a:t>• Inefficient rent tracking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4324D-C701-96C1-D152-BED32CEA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Provide a centralized rental management platform</a:t>
            </a:r>
          </a:p>
          <a:p>
            <a:r>
              <a:t>• Simplify tenant and property management</a:t>
            </a:r>
          </a:p>
          <a:p>
            <a:r>
              <a:t>• Enable rent tracking and management</a:t>
            </a:r>
          </a:p>
          <a:p>
            <a:r>
              <a:t>• Improve communication between landlord and tenant</a:t>
            </a:r>
          </a:p>
          <a:p>
            <a:r>
              <a:t>• Provide an easy-to-use user interface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DEB85-8254-C167-DAB4-5E99CAD68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Landlord Module:</a:t>
            </a:r>
          </a:p>
          <a:p>
            <a:r>
              <a:t>• Add and manage properties</a:t>
            </a:r>
          </a:p>
          <a:p>
            <a:r>
              <a:t>• Manage tenants</a:t>
            </a:r>
          </a:p>
          <a:p>
            <a:r>
              <a:t>• Track rent payments</a:t>
            </a:r>
          </a:p>
          <a:p>
            <a:endParaRPr/>
          </a:p>
          <a:p>
            <a:r>
              <a:t>Tenant Module:</a:t>
            </a:r>
          </a:p>
          <a:p>
            <a:r>
              <a:t>• View available properties</a:t>
            </a:r>
          </a:p>
          <a:p>
            <a:r>
              <a:t>• Manage rental information</a:t>
            </a:r>
          </a:p>
          <a:p>
            <a:r>
              <a:t>• Track payment records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20AA3-E1EC-85E7-7B54-FDE33D437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Processor: Intel i3 or higher</a:t>
            </a:r>
          </a:p>
          <a:p>
            <a:r>
              <a:t>• RAM: Minimum 4GB</a:t>
            </a:r>
          </a:p>
          <a:p>
            <a:r>
              <a:t>• Storage: 500MB free space</a:t>
            </a:r>
          </a:p>
          <a:p>
            <a:r>
              <a:t>• Internet connection required</a:t>
            </a:r>
          </a:p>
          <a:p>
            <a:r>
              <a:t>• Device: Laptop / Desktop / Smartphone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5DAD5-27DA-CCB5-EC1F-8935C9A9F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Frontend: React.js, HTML5, CSS, JavaScript, Tailwind CSS</a:t>
            </a:r>
          </a:p>
          <a:p>
            <a:r>
              <a:rPr dirty="0"/>
              <a:t>Backend: Node.js / Express.js</a:t>
            </a:r>
          </a:p>
          <a:p>
            <a:r>
              <a:rPr dirty="0"/>
              <a:t>Database: </a:t>
            </a:r>
            <a:r>
              <a:rPr lang="en-US" dirty="0"/>
              <a:t>Firebase</a:t>
            </a:r>
            <a:endParaRPr dirty="0"/>
          </a:p>
          <a:p>
            <a:r>
              <a:rPr dirty="0"/>
              <a:t>Tools: VS Code, GitHub, </a:t>
            </a:r>
            <a:r>
              <a:rPr dirty="0" err="1"/>
              <a:t>Vercel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C0FC4-BE43-397B-45FD-BBAD034D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0A327-23FA-D1D2-4715-918C2BD7B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Amasis MT Pro Medium" panose="02040604050005020304" pitchFamily="18" charset="0"/>
              </a:rPr>
              <a:t>Landing page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C25877B-AA3B-F4D5-291B-2066A0CC902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9724" b="9724"/>
          <a:stretch/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37DE71-2CFE-E1A2-C699-F2D439BB3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DD0BEA-A2E9-5784-DD9C-CE916DE68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446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285B2-0E8C-70FC-59F7-F545FC18C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Amasis MT Pro Medium" panose="02040604050005020304" pitchFamily="18" charset="0"/>
              </a:rPr>
              <a:t>Login/create account panel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A8EDB93-7987-864B-DAAA-80690F8294F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/>
          <a:srcRect l="-251513" r="-268680" b="-214"/>
          <a:stretch>
            <a:fillRect/>
          </a:stretch>
        </p:blipFill>
        <p:spPr>
          <a:xfrm>
            <a:off x="-3931920" y="685306"/>
            <a:ext cx="11704320" cy="390385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B3C49-13A3-889A-392C-393B01033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CBC8A2-D27B-C605-5774-1187274BCB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1518" y="685303"/>
            <a:ext cx="2391525" cy="38084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268F52-ED64-4ADB-AB46-61848FFF64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4039" y="589872"/>
            <a:ext cx="2447255" cy="390385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C49BF3-80FB-8F60-F43D-B71FD3CA2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133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2721A-6432-2DC2-A949-B8F727413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Amasis MT Pro Medium" panose="02040604050005020304" pitchFamily="18" charset="0"/>
              </a:rPr>
              <a:t>OWNER SIDE DASHBOARD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AFD6C9-1E8E-0125-3766-E462B4C84A3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AE1F236C-44D5-4AE1-A3D7-F306753DA2D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9747" b="9747"/>
          <a:stretch/>
        </p:blipFill>
        <p:spPr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7E8582-0106-215E-998A-8B886E723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696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7DCBF-3DAD-1D0C-73A6-E1BE0A071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Amasis MT Pro Medium" panose="02040604050005020304" pitchFamily="18" charset="0"/>
              </a:rPr>
              <a:t>TENANT SIDE DASHBOARD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DCC16235-A0ED-7B25-0052-7207F2CC22A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9887" b="9887"/>
          <a:stretch/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2320F5-A061-568F-3C71-B0A2F121C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39F452-123E-6235-A120-7CF5AE75C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02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Online payment gateway integration</a:t>
            </a:r>
          </a:p>
          <a:p>
            <a:r>
              <a:t>• Mobile application development</a:t>
            </a:r>
          </a:p>
          <a:p>
            <a:r>
              <a:t>• Notification system for rent reminders</a:t>
            </a:r>
          </a:p>
          <a:p>
            <a:r>
              <a:t>• AI-based property recommendation</a:t>
            </a:r>
          </a:p>
          <a:p>
            <a:r>
              <a:t>• Advanced analytics dashboard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C12C18-BFD0-98E0-3B7F-336F99200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RentEase provides a digital solution for efficient rental property management. It reduces manual work, improves data organization, and enhances communication between landlords and tenants.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53E9BA-5313-4D7A-83D6-70736FC30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Bibliography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React.js Documentation</a:t>
            </a:r>
          </a:p>
          <a:p>
            <a:r>
              <a:rPr dirty="0"/>
              <a:t>• </a:t>
            </a:r>
            <a:r>
              <a:rPr lang="en-US" dirty="0"/>
              <a:t>Firebase</a:t>
            </a:r>
            <a:r>
              <a:rPr dirty="0"/>
              <a:t> Documentation</a:t>
            </a:r>
          </a:p>
          <a:p>
            <a:r>
              <a:rPr dirty="0"/>
              <a:t>• Tailwind CSS Documentation</a:t>
            </a:r>
          </a:p>
          <a:p>
            <a:r>
              <a:rPr dirty="0"/>
              <a:t>• </a:t>
            </a:r>
            <a:r>
              <a:rPr dirty="0" err="1"/>
              <a:t>Vercel</a:t>
            </a:r>
            <a:r>
              <a:rPr dirty="0"/>
              <a:t> Deployment Documentation</a:t>
            </a:r>
          </a:p>
          <a:p>
            <a:r>
              <a:rPr dirty="0"/>
              <a:t>• Project GitHub Repository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A4E7B-AFF2-ADD6-1BE8-7FBE99087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62</TotalTime>
  <Words>376</Words>
  <Application>Microsoft Office PowerPoint</Application>
  <PresentationFormat>On-screen Show (4:3)</PresentationFormat>
  <Paragraphs>84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Amasis MT Pro Medium</vt:lpstr>
      <vt:lpstr>Calibri</vt:lpstr>
      <vt:lpstr>Gill Sans MT</vt:lpstr>
      <vt:lpstr>Wingdings 2</vt:lpstr>
      <vt:lpstr>Dividend</vt:lpstr>
      <vt:lpstr>RentEase – Rental Management System</vt:lpstr>
      <vt:lpstr>Contents</vt:lpstr>
      <vt:lpstr>Introduction</vt:lpstr>
      <vt:lpstr>Problem Statement</vt:lpstr>
      <vt:lpstr>Objectives</vt:lpstr>
      <vt:lpstr>System Overview</vt:lpstr>
      <vt:lpstr>Hardware Requirements</vt:lpstr>
      <vt:lpstr>Software Requirements</vt:lpstr>
      <vt:lpstr>Landing page</vt:lpstr>
      <vt:lpstr>Login/create account panel</vt:lpstr>
      <vt:lpstr>OWNER SIDE DASHBOARD</vt:lpstr>
      <vt:lpstr>TENANT SIDE DASHBOARD</vt:lpstr>
      <vt:lpstr>Future Enhancements</vt:lpstr>
      <vt:lpstr>Conclusion</vt:lpstr>
      <vt:lpstr>Bibliography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RentEase – Rental Management System</dc:title>
  <dc:subject/>
  <dc:creator/>
  <cp:keywords/>
  <dc:description>generated using python-pptx</dc:description>
  <cp:lastModifiedBy>mohammad mojahid</cp:lastModifiedBy>
  <cp:revision>6</cp:revision>
  <dcterms:created xsi:type="dcterms:W3CDTF">2013-01-27T09:14:16Z</dcterms:created>
  <dcterms:modified xsi:type="dcterms:W3CDTF">2026-03-11T16:28:32Z</dcterms:modified>
  <cp:category/>
</cp:coreProperties>
</file>