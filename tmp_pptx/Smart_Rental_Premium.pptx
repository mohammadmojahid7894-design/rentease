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1" r:id="rId17"/>
    <p:sldId id="278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8A197-7794-4715-A8ED-643C5DB59243}" v="20" dt="2026-04-01T15:12:56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394" y="13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ojahid" userId="4c1afb2c5ebc34fe" providerId="LiveId" clId="{16CDDD25-34FF-4A34-888C-2A1A2DC70C03}"/>
    <pc:docChg chg="undo custSel addSld delSld modSld sldOrd">
      <pc:chgData name="mohammad mojahid" userId="4c1afb2c5ebc34fe" providerId="LiveId" clId="{16CDDD25-34FF-4A34-888C-2A1A2DC70C03}" dt="2026-04-01T15:14:01.968" v="44" actId="1076"/>
      <pc:docMkLst>
        <pc:docMk/>
      </pc:docMkLst>
      <pc:sldChg chg="addSp modSp mod">
        <pc:chgData name="mohammad mojahid" userId="4c1afb2c5ebc34fe" providerId="LiveId" clId="{16CDDD25-34FF-4A34-888C-2A1A2DC70C03}" dt="2026-04-01T15:04:23.178" v="12"/>
        <pc:sldMkLst>
          <pc:docMk/>
          <pc:sldMk cId="0" sldId="256"/>
        </pc:sldMkLst>
        <pc:spChg chg="mod">
          <ac:chgData name="mohammad mojahid" userId="4c1afb2c5ebc34fe" providerId="LiveId" clId="{16CDDD25-34FF-4A34-888C-2A1A2DC70C03}" dt="2026-04-01T15:02:28.123" v="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hammad mojahid" userId="4c1afb2c5ebc34fe" providerId="LiveId" clId="{16CDDD25-34FF-4A34-888C-2A1A2DC70C03}" dt="2026-04-01T15:00:58.667" v="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ohammad mojahid" userId="4c1afb2c5ebc34fe" providerId="LiveId" clId="{16CDDD25-34FF-4A34-888C-2A1A2DC70C03}" dt="2026-04-01T15:01:12.231" v="1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hammad mojahid" userId="4c1afb2c5ebc34fe" providerId="LiveId" clId="{16CDDD25-34FF-4A34-888C-2A1A2DC70C03}" dt="2026-04-01T15:01:45.597" v="2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ohammad mojahid" userId="4c1afb2c5ebc34fe" providerId="LiveId" clId="{16CDDD25-34FF-4A34-888C-2A1A2DC70C03}" dt="2026-04-01T15:01:59.996" v="3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mohammad mojahid" userId="4c1afb2c5ebc34fe" providerId="LiveId" clId="{16CDDD25-34FF-4A34-888C-2A1A2DC70C03}" dt="2026-04-01T15:04:23.178" v="12"/>
          <ac:spMkLst>
            <pc:docMk/>
            <pc:sldMk cId="0" sldId="256"/>
            <ac:spMk id="18" creationId="{A928750B-7349-2332-3AA9-63C287B8C2DF}"/>
          </ac:spMkLst>
        </pc:spChg>
      </pc:sldChg>
      <pc:sldChg chg="modSp">
        <pc:chgData name="mohammad mojahid" userId="4c1afb2c5ebc34fe" providerId="LiveId" clId="{16CDDD25-34FF-4A34-888C-2A1A2DC70C03}" dt="2026-04-01T15:05:45.421" v="15"/>
        <pc:sldMkLst>
          <pc:docMk/>
          <pc:sldMk cId="0" sldId="257"/>
        </pc:sldMkLst>
        <pc:spChg chg="mod">
          <ac:chgData name="mohammad mojahid" userId="4c1afb2c5ebc34fe" providerId="LiveId" clId="{16CDDD25-34FF-4A34-888C-2A1A2DC70C03}" dt="2026-04-01T15:05:12.262" v="13"/>
          <ac:spMkLst>
            <pc:docMk/>
            <pc:sldMk cId="0" sldId="257"/>
            <ac:spMk id="32" creationId="{00000000-0000-0000-0000-000000000000}"/>
          </ac:spMkLst>
        </pc:spChg>
        <pc:spChg chg="mod">
          <ac:chgData name="mohammad mojahid" userId="4c1afb2c5ebc34fe" providerId="LiveId" clId="{16CDDD25-34FF-4A34-888C-2A1A2DC70C03}" dt="2026-04-01T15:05:25.652" v="1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mohammad mojahid" userId="4c1afb2c5ebc34fe" providerId="LiveId" clId="{16CDDD25-34FF-4A34-888C-2A1A2DC70C03}" dt="2026-04-01T15:05:45.421" v="15"/>
          <ac:spMkLst>
            <pc:docMk/>
            <pc:sldMk cId="0" sldId="257"/>
            <ac:spMk id="40" creationId="{00000000-0000-0000-0000-000000000000}"/>
          </ac:spMkLst>
        </pc:spChg>
      </pc:sldChg>
      <pc:sldChg chg="modSp">
        <pc:chgData name="mohammad mojahid" userId="4c1afb2c5ebc34fe" providerId="LiveId" clId="{16CDDD25-34FF-4A34-888C-2A1A2DC70C03}" dt="2026-04-01T15:06:48.159" v="16"/>
        <pc:sldMkLst>
          <pc:docMk/>
          <pc:sldMk cId="0" sldId="262"/>
        </pc:sldMkLst>
        <pc:spChg chg="mod">
          <ac:chgData name="mohammad mojahid" userId="4c1afb2c5ebc34fe" providerId="LiveId" clId="{16CDDD25-34FF-4A34-888C-2A1A2DC70C03}" dt="2026-04-01T15:06:48.159" v="16"/>
          <ac:spMkLst>
            <pc:docMk/>
            <pc:sldMk cId="0" sldId="262"/>
            <ac:spMk id="9" creationId="{00000000-0000-0000-0000-000000000000}"/>
          </ac:spMkLst>
        </pc:spChg>
      </pc:sldChg>
      <pc:sldChg chg="addSp modSp">
        <pc:chgData name="mohammad mojahid" userId="4c1afb2c5ebc34fe" providerId="LiveId" clId="{16CDDD25-34FF-4A34-888C-2A1A2DC70C03}" dt="2026-04-01T15:10:31.606" v="37"/>
        <pc:sldMkLst>
          <pc:docMk/>
          <pc:sldMk cId="0" sldId="267"/>
        </pc:sldMkLst>
        <pc:picChg chg="add mod">
          <ac:chgData name="mohammad mojahid" userId="4c1afb2c5ebc34fe" providerId="LiveId" clId="{16CDDD25-34FF-4A34-888C-2A1A2DC70C03}" dt="2026-04-01T15:10:31.606" v="37"/>
          <ac:picMkLst>
            <pc:docMk/>
            <pc:sldMk cId="0" sldId="267"/>
            <ac:picMk id="27" creationId="{043953B5-6D73-52D3-FC19-4DE3550EFBFE}"/>
          </ac:picMkLst>
        </pc:picChg>
      </pc:sldChg>
      <pc:sldChg chg="addSp modSp">
        <pc:chgData name="mohammad mojahid" userId="4c1afb2c5ebc34fe" providerId="LiveId" clId="{16CDDD25-34FF-4A34-888C-2A1A2DC70C03}" dt="2026-04-01T15:10:50.265" v="38"/>
        <pc:sldMkLst>
          <pc:docMk/>
          <pc:sldMk cId="0" sldId="268"/>
        </pc:sldMkLst>
        <pc:picChg chg="add mod">
          <ac:chgData name="mohammad mojahid" userId="4c1afb2c5ebc34fe" providerId="LiveId" clId="{16CDDD25-34FF-4A34-888C-2A1A2DC70C03}" dt="2026-04-01T15:10:50.265" v="38"/>
          <ac:picMkLst>
            <pc:docMk/>
            <pc:sldMk cId="0" sldId="268"/>
            <ac:picMk id="27" creationId="{F74C0FA4-E187-33C8-D5CA-5646B9B5DF3F}"/>
          </ac:picMkLst>
        </pc:picChg>
      </pc:sldChg>
      <pc:sldChg chg="addSp modSp">
        <pc:chgData name="mohammad mojahid" userId="4c1afb2c5ebc34fe" providerId="LiveId" clId="{16CDDD25-34FF-4A34-888C-2A1A2DC70C03}" dt="2026-04-01T15:11:05.998" v="39"/>
        <pc:sldMkLst>
          <pc:docMk/>
          <pc:sldMk cId="0" sldId="269"/>
        </pc:sldMkLst>
        <pc:picChg chg="add mod">
          <ac:chgData name="mohammad mojahid" userId="4c1afb2c5ebc34fe" providerId="LiveId" clId="{16CDDD25-34FF-4A34-888C-2A1A2DC70C03}" dt="2026-04-01T15:11:05.998" v="39"/>
          <ac:picMkLst>
            <pc:docMk/>
            <pc:sldMk cId="0" sldId="269"/>
            <ac:picMk id="27" creationId="{224A7519-5B7E-5519-AD61-92946FF52009}"/>
          </ac:picMkLst>
        </pc:picChg>
      </pc:sldChg>
      <pc:sldChg chg="del">
        <pc:chgData name="mohammad mojahid" userId="4c1afb2c5ebc34fe" providerId="LiveId" clId="{16CDDD25-34FF-4A34-888C-2A1A2DC70C03}" dt="2026-04-01T15:12:03.829" v="40" actId="47"/>
        <pc:sldMkLst>
          <pc:docMk/>
          <pc:sldMk cId="0" sldId="270"/>
        </pc:sldMkLst>
      </pc:sldChg>
      <pc:sldChg chg="addSp modSp">
        <pc:chgData name="mohammad mojahid" userId="4c1afb2c5ebc34fe" providerId="LiveId" clId="{16CDDD25-34FF-4A34-888C-2A1A2DC70C03}" dt="2026-04-01T15:12:11.573" v="41"/>
        <pc:sldMkLst>
          <pc:docMk/>
          <pc:sldMk cId="0" sldId="271"/>
        </pc:sldMkLst>
        <pc:picChg chg="add mod">
          <ac:chgData name="mohammad mojahid" userId="4c1afb2c5ebc34fe" providerId="LiveId" clId="{16CDDD25-34FF-4A34-888C-2A1A2DC70C03}" dt="2026-04-01T15:12:11.573" v="41"/>
          <ac:picMkLst>
            <pc:docMk/>
            <pc:sldMk cId="0" sldId="271"/>
            <ac:picMk id="27" creationId="{29A4FBEC-7AC9-5DE9-0BDD-3D10A5F3B297}"/>
          </ac:picMkLst>
        </pc:picChg>
      </pc:sldChg>
      <pc:sldChg chg="addSp modSp mod ord">
        <pc:chgData name="mohammad mojahid" userId="4c1afb2c5ebc34fe" providerId="LiveId" clId="{16CDDD25-34FF-4A34-888C-2A1A2DC70C03}" dt="2026-04-01T15:10:15.255" v="36" actId="1076"/>
        <pc:sldMkLst>
          <pc:docMk/>
          <pc:sldMk cId="0" sldId="272"/>
        </pc:sldMkLst>
        <pc:spChg chg="mod">
          <ac:chgData name="mohammad mojahid" userId="4c1afb2c5ebc34fe" providerId="LiveId" clId="{16CDDD25-34FF-4A34-888C-2A1A2DC70C03}" dt="2026-04-01T15:08:52.435" v="22" actId="20577"/>
          <ac:spMkLst>
            <pc:docMk/>
            <pc:sldMk cId="0" sldId="272"/>
            <ac:spMk id="10" creationId="{00000000-0000-0000-0000-000000000000}"/>
          </ac:spMkLst>
        </pc:spChg>
        <pc:spChg chg="add mod">
          <ac:chgData name="mohammad mojahid" userId="4c1afb2c5ebc34fe" providerId="LiveId" clId="{16CDDD25-34FF-4A34-888C-2A1A2DC70C03}" dt="2026-04-01T15:10:15.255" v="36" actId="1076"/>
          <ac:spMkLst>
            <pc:docMk/>
            <pc:sldMk cId="0" sldId="272"/>
            <ac:spMk id="14" creationId="{3D813D7A-2BFA-C671-3AD8-69485C13BE88}"/>
          </ac:spMkLst>
        </pc:spChg>
        <pc:picChg chg="add mod">
          <ac:chgData name="mohammad mojahid" userId="4c1afb2c5ebc34fe" providerId="LiveId" clId="{16CDDD25-34FF-4A34-888C-2A1A2DC70C03}" dt="2026-04-01T15:09:06.626" v="24" actId="1076"/>
          <ac:picMkLst>
            <pc:docMk/>
            <pc:sldMk cId="0" sldId="272"/>
            <ac:picMk id="13" creationId="{3CBD93D1-CB51-C335-8DD1-0A1D6F4362BB}"/>
          </ac:picMkLst>
        </pc:picChg>
      </pc:sldChg>
      <pc:sldChg chg="modSp add mod">
        <pc:chgData name="mohammad mojahid" userId="4c1afb2c5ebc34fe" providerId="LiveId" clId="{16CDDD25-34FF-4A34-888C-2A1A2DC70C03}" dt="2026-04-01T15:14:01.968" v="44" actId="1076"/>
        <pc:sldMkLst>
          <pc:docMk/>
          <pc:sldMk cId="2033238563" sldId="278"/>
        </pc:sldMkLst>
        <pc:spChg chg="mod">
          <ac:chgData name="mohammad mojahid" userId="4c1afb2c5ebc34fe" providerId="LiveId" clId="{16CDDD25-34FF-4A34-888C-2A1A2DC70C03}" dt="2026-04-01T15:13:44.428" v="43" actId="2711"/>
          <ac:spMkLst>
            <pc:docMk/>
            <pc:sldMk cId="2033238563" sldId="278"/>
            <ac:spMk id="12" creationId="{1BFD709F-4A75-9C56-718B-569204B42EB8}"/>
          </ac:spMkLst>
        </pc:spChg>
        <pc:spChg chg="mod">
          <ac:chgData name="mohammad mojahid" userId="4c1afb2c5ebc34fe" providerId="LiveId" clId="{16CDDD25-34FF-4A34-888C-2A1A2DC70C03}" dt="2026-04-01T15:14:01.968" v="44" actId="1076"/>
          <ac:spMkLst>
            <pc:docMk/>
            <pc:sldMk cId="2033238563" sldId="278"/>
            <ac:spMk id="27" creationId="{27B025DE-F912-79B2-8EDB-02731BF11C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33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394A-6861-739C-0603-0A09F703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815B5-5E31-19A0-74E3-A50420F3B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452B5-64B4-3B4D-4863-A0E5E60A2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7F529-174C-E395-8B06-EA8792E3F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99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280160"/>
            <a:ext cx="54864" cy="3657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0972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0D4FF"/>
                </a:solidFill>
                <a:effectLst>
                  <a:glow rad="101600">
                    <a:srgbClr val="00D4FF">
                      <a:alpha val="4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Web-Based Rental Management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3337560"/>
            <a:ext cx="457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</a:t>
            </a:r>
            <a:r>
              <a:rPr lang="en-US" sz="14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 </a:t>
            </a:r>
            <a:r>
              <a:rPr lang="en-US" sz="1400" b="1" dirty="0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Swadhhaya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Rahul Mishra, Md Mojahid , Tauhid Ahmed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904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</a:t>
            </a:r>
            <a:r>
              <a:rPr lang="en-US" sz="1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B.Sc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6th Semester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88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Dharanidhar University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672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Year: 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–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1118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6th Semester Project Presentation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28750B-7349-2332-3AA9-63C287B8C2DF}"/>
              </a:ext>
            </a:extLst>
          </p:cNvPr>
          <p:cNvSpPr txBox="1"/>
          <p:nvPr/>
        </p:nvSpPr>
        <p:spPr>
          <a:xfrm>
            <a:off x="8502317" y="5541264"/>
            <a:ext cx="3345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masis MT Pro Medium" panose="02040604050005020304" pitchFamily="18" charset="0"/>
              </a:rPr>
              <a:t>UNDER THE GUIDANCE OF: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masis MT Pro Medium" panose="02040604050005020304" pitchFamily="18" charset="0"/>
              </a:rPr>
              <a:t>MR. SHUBHASHISH BEHERA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masis MT Pro Medium" panose="02040604050005020304" pitchFamily="18" charset="0"/>
              </a:rPr>
              <a:t>MR. SAMBIT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1371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860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3756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375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Requirements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8912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3891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544068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544068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54406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8992" y="5577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123444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2344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68312" y="1371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Landing Page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63640" y="228600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228600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22860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68312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Owner Panel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63640" y="333756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33756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3375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68312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Tenant &amp; Payments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263640" y="438912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438912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3891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068312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63640" y="544068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544068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54406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068312" y="5577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Bibliography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problem &amp; solution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88720"/>
            <a:ext cx="563270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Smart Rental Management?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platform for property owners to manage tenants &amp; payments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manual records with automated processes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8862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tracking of dues, complaints &amp; notices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communication between landlords &amp; tenants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1188720"/>
            <a:ext cx="5632704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Without Digital Systems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1965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Paper-based records — error-prone &amp; slow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29260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2926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disputes &amp; tracking failures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38862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complaint system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0" y="48463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transparency for tenants on dues &amp; rules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our system aims to achieve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" y="1234440"/>
            <a:ext cx="371246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4630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Property Browsing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city, GPS location, price range filters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23444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234440"/>
            <a:ext cx="371246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4630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Owner-Tenant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Multi-property, unit management, tenant tracking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123444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02168" y="1234440"/>
            <a:ext cx="371246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14630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16200000" algn="bl" rotWithShape="0">
              <a:srgbClr val="10B98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 Flow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2104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upload, owner review, one-click approval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79476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" y="3794760"/>
            <a:ext cx="371246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0233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16200000" algn="bl" rotWithShape="0">
              <a:srgbClr val="F59E0B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Simulation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 with QR code &amp; transaction IDs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4528" y="3794760"/>
            <a:ext cx="3712464" cy="45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9" name="Shape 37"/>
          <p:cNvSpPr/>
          <p:nvPr/>
        </p:nvSpPr>
        <p:spPr>
          <a:xfrm>
            <a:off x="4389120" y="402336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blurRad="101600" dist="50800" dir="16200000" algn="bl" rotWithShape="0">
              <a:srgbClr val="FF006E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891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16636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Notifications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34340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reminders: 5-day, 2-day, due-date, overdue alerts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83880" y="379476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02168" y="3794760"/>
            <a:ext cx="3712464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366760" y="402336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667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14400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System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32104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Cloudinary-based ID proof upload with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powering the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88720"/>
            <a:ext cx="563270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Laptop/PC, 4GB+ 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i3 / Ryzen 3+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256GB SSD/HDD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Broadband/WiFi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98348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1280×720+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1188720"/>
            <a:ext cx="563270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Stack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7804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 + TypeScript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2587752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2587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78040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7804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Firestore DB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3300984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0" y="33009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178040" y="3300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78040" y="3621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Image/Doc uploads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4014216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0" y="40142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178040" y="4014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78040" y="4334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472744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0" y="4727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8040" y="4727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178040" y="5047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5440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0080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💙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178040" y="5440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178040" y="5760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this system powerful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188720"/>
            <a:ext cx="275234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13716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Listing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properties with images, units, pricing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82112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88720"/>
            <a:ext cx="275234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33672" y="137160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3367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56432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City, GPS, price range, popular cities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81344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9632" y="1188720"/>
            <a:ext cx="275234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7232904" y="13716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16200000" algn="bl" rotWithShape="0">
              <a:srgbClr val="10B98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32904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72784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55664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with docs, owner reviews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80576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98864" y="1188720"/>
            <a:ext cx="275234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32136" y="13716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16200000" algn="bl" rotWithShape="0">
              <a:srgbClr val="F59E0B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232136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72016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454896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6" name="Text 34"/>
          <p:cNvSpPr/>
          <p:nvPr/>
        </p:nvSpPr>
        <p:spPr>
          <a:xfrm>
            <a:off x="9272016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Banking, QR code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82880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3794760"/>
            <a:ext cx="2752344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4440" y="397764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2344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74320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Tracking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Pending/Paid/Overdue + late fees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182112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0" y="3794760"/>
            <a:ext cx="2752344" cy="45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46" name="Shape 44"/>
          <p:cNvSpPr/>
          <p:nvPr/>
        </p:nvSpPr>
        <p:spPr>
          <a:xfrm>
            <a:off x="4233672" y="397764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blurRad="101600" dist="50800" dir="16200000" algn="bl" rotWithShape="0">
              <a:srgbClr val="FF006E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33672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273552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3456432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5-day, 2-day, due-date alerts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81344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99632" y="3794760"/>
            <a:ext cx="275234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32904" y="39776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232904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272784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6455664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7" name="Text 55"/>
          <p:cNvSpPr/>
          <p:nvPr/>
        </p:nvSpPr>
        <p:spPr>
          <a:xfrm>
            <a:off x="6272784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proof via Cloudinary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180576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98864" y="3794760"/>
            <a:ext cx="2752344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32136" y="3977640"/>
            <a:ext cx="640080" cy="6400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50800" dir="16200000" algn="bl" rotWithShape="0">
              <a:srgbClr val="FFB80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23213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9272016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Panel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9454896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64" name="Text 62"/>
          <p:cNvSpPr/>
          <p:nvPr/>
        </p:nvSpPr>
        <p:spPr>
          <a:xfrm>
            <a:off x="9272016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approval, user mgmt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Screenshots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Preview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User-friendly homepage with property browsing and filters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325880"/>
            <a:ext cx="9994392" cy="4754880"/>
          </a:xfrm>
          <a:prstGeom prst="rect">
            <a:avLst/>
          </a:prstGeom>
          <a:solidFill>
            <a:srgbClr val="6C63FF"/>
          </a:solidFill>
          <a:ln/>
          <a:effectLst>
            <a:outerShdw blurRad="254000" dist="50800" dir="16200000" algn="bl" rotWithShape="0">
              <a:srgbClr val="6C63F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371600"/>
            <a:ext cx="9902952" cy="4663440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43000" y="2560320"/>
            <a:ext cx="9902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Landing Page Screenshot 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931920"/>
            <a:ext cx="9902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modern homepage • Property browsing • Role-based login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BD93D1-CB51-C335-8DD1-0A1D6F43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35" y="1460979"/>
            <a:ext cx="9692250" cy="3998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813D7A-2BFA-C671-3AD8-69485C13BE88}"/>
              </a:ext>
            </a:extLst>
          </p:cNvPr>
          <p:cNvSpPr txBox="1"/>
          <p:nvPr/>
        </p:nvSpPr>
        <p:spPr>
          <a:xfrm>
            <a:off x="2677447" y="5590088"/>
            <a:ext cx="6882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modern homepage • Property browsing • Role-based login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Panel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management, tenant overview, financial reports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Records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Notices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43953B5-6D73-52D3-FC19-4DE3550E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565" y="1701571"/>
            <a:ext cx="9284677" cy="37189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properties, apply with documents, track rent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74C0FA4-E187-33C8-D5CA-5646B9B5D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68" y="1708099"/>
            <a:ext cx="9288272" cy="3739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 with QR code and transaction tracking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Pay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Banking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24A7519-5B7E-5519-AD61-92946FF5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115" y="1674728"/>
            <a:ext cx="2352994" cy="37458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Search &amp; Filters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search, GPS location, price range, popular cities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Search &amp; Filters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Detect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Range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Tags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9A4FBEC-7AC9-5DE9-0BDD-3D10A5F3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072" y="2071595"/>
            <a:ext cx="9303663" cy="29891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9050-D03C-1BC4-50F3-3E61BA60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AAEE5A-E2F1-2B83-57F9-191723A404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C7C885-5EFD-6034-A5A4-C4D6DAB17369}"/>
              </a:ext>
            </a:extLst>
          </p:cNvPr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05C35C-F62F-2498-99BE-BB5C739C0A24}"/>
              </a:ext>
            </a:extLst>
          </p:cNvPr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CA16B15-55A4-0E9D-A2EC-1FE43FACE5AF}"/>
              </a:ext>
            </a:extLst>
          </p:cNvPr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418EBB-918F-D0CF-677E-04CB4E0FF92D}"/>
              </a:ext>
            </a:extLst>
          </p:cNvPr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5FA05B-B8E1-A042-4B79-A5B6E2E55BFC}"/>
              </a:ext>
            </a:extLst>
          </p:cNvPr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5C81A99-91CC-E21A-0BFF-C0878CD5747E}"/>
              </a:ext>
            </a:extLst>
          </p:cNvPr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MANAGEMENT SYSTEM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BCE132F-2619-5FF3-1D07-41AB671DD8A9}"/>
              </a:ext>
            </a:extLst>
          </p:cNvPr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554A855-C3F3-3D55-573F-167749324EEA}"/>
              </a:ext>
            </a:extLst>
          </p:cNvPr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57573BA-4EE9-27B9-9172-B32757EDBBEF}"/>
              </a:ext>
            </a:extLst>
          </p:cNvPr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FD709F-4A75-9C56-718B-569204B42EB8}"/>
              </a:ext>
            </a:extLst>
          </p:cNvPr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latin typeface="Britannic Bold" panose="020B0903060703020204" pitchFamily="34" charset="0"/>
                <a:ea typeface="Segoe UI" pitchFamily="34" charset="-122"/>
                <a:cs typeface="Segoe UI" pitchFamily="34" charset="-120"/>
              </a:rPr>
              <a:t>WORKING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Britannic Bold" panose="020B0903060703020204" pitchFamily="3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90AAF59-B69B-572F-5C70-4AA1217675A4}"/>
              </a:ext>
            </a:extLst>
          </p:cNvPr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1D6B9B2-7FEA-CB05-6827-581E39800575}"/>
              </a:ext>
            </a:extLst>
          </p:cNvPr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1F64B1B-A395-CB9D-7449-583148AAA2A4}"/>
              </a:ext>
            </a:extLst>
          </p:cNvPr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599E042-5664-FC32-75DC-5EAC42DD5904}"/>
              </a:ext>
            </a:extLst>
          </p:cNvPr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539CDF7-5B77-D611-A403-77A5C6A7C7CC}"/>
              </a:ext>
            </a:extLst>
          </p:cNvPr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68CED5E-7A73-09A5-EEC4-249744B4DA4D}"/>
              </a:ext>
            </a:extLst>
          </p:cNvPr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52915A7-8378-E708-F494-F886699D971D}"/>
              </a:ext>
            </a:extLst>
          </p:cNvPr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8BD26AA-D6BE-5DC2-1B2B-60F2E04AC4B8}"/>
              </a:ext>
            </a:extLst>
          </p:cNvPr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44F1F91-D89B-7BAD-82F5-01BFD4EC781D}"/>
              </a:ext>
            </a:extLst>
          </p:cNvPr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376C5BD-A75B-9A8D-C34D-93DF56C060FF}"/>
              </a:ext>
            </a:extLst>
          </p:cNvPr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B774341-0EF8-B6D8-E3D1-B23F81077FAB}"/>
              </a:ext>
            </a:extLst>
          </p:cNvPr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5632DDD-C794-0DB7-C87C-6E7D5FDD1679}"/>
              </a:ext>
            </a:extLst>
          </p:cNvPr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4B879F0-A4AD-51DC-1777-9899175C9B90}"/>
              </a:ext>
            </a:extLst>
          </p:cNvPr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19FAE67-6C89-BC1B-9436-6F92E67D0B8F}"/>
              </a:ext>
            </a:extLst>
          </p:cNvPr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025DE-F912-79B2-8EDB-02731BF11C8D}"/>
              </a:ext>
            </a:extLst>
          </p:cNvPr>
          <p:cNvSpPr txBox="1"/>
          <p:nvPr/>
        </p:nvSpPr>
        <p:spPr>
          <a:xfrm>
            <a:off x="4383583" y="1868119"/>
            <a:ext cx="312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bg1">
                    <a:lumMod val="95000"/>
                  </a:schemeClr>
                </a:solidFill>
              </a:rPr>
              <a:t>COMING TO ITS</a:t>
            </a:r>
          </a:p>
        </p:txBody>
      </p:sp>
    </p:spTree>
    <p:extLst>
      <p:ext uri="{BB962C8B-B14F-4D97-AF65-F5344CB8AC3E}">
        <p14:creationId xmlns:p14="http://schemas.microsoft.com/office/powerpoint/2010/main" val="2033238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system is heading next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234440"/>
            <a:ext cx="563270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16200000" algn="bl" rotWithShape="0">
              <a:srgbClr val="10B981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/ Stripe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1828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rent collection with receipts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234440"/>
            <a:ext cx="563270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Recommendations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1828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property suggestions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926080"/>
            <a:ext cx="563270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108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Chat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35204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owner-tenant messaging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292608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2926080"/>
            <a:ext cx="5632704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32461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3108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35204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for iOS &amp; Android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92608" y="4617720"/>
            <a:ext cx="563270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16200000" algn="bl" rotWithShape="0">
              <a:srgbClr val="F59E0B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34440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5212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trends, occupancy forecasting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461772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1928" y="4617720"/>
            <a:ext cx="5632704" cy="45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46520" y="493776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blurRad="101600" dist="50800" dir="16200000" algn="bl" rotWithShape="0">
              <a:srgbClr val="FF006E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23760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SMS/Email Automation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223760" y="5212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scheduled reminders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1188720"/>
            <a:ext cx="2743200" cy="2743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3716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74320" y="32004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2344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2344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Simplifies the entire rental lifecycle — listing to payment.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488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paperwork with automated rent cycles &amp; late fees.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transparency through real-time notifications.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architecture — ready for real payment gateways.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tech stack ensures reliability &amp; security.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&amp; References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3075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Docs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firebase.google.com/docs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47672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20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Documentation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02082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react.dev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660904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60904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660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7340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 Docs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73405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cloudinary.com/documentation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74136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74136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3741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Handbook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4728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typescriptlang.org/docs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87368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87368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Documentation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4160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vitejs.dev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800600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4873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Docs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0" y="48737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vercel.com/docs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5513832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5513832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5513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5586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0" y="55869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stackoverflow.com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371600"/>
            <a:ext cx="1219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effectLst>
                  <a:glow rad="127000">
                    <a:srgbClr val="6C63FF">
                      <a:alpha val="4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 Management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3794760"/>
            <a:ext cx="5239512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0233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are Welcome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Mohammad Mojahid  |  B.Tech CSE — 6th Semester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809</Words>
  <Application>Microsoft Office PowerPoint</Application>
  <PresentationFormat>Widescreen</PresentationFormat>
  <Paragraphs>273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Amasis MT Pro Medium</vt:lpstr>
      <vt:lpstr>Arial</vt:lpstr>
      <vt:lpstr>Britannic 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mojahid</cp:lastModifiedBy>
  <cp:revision>1</cp:revision>
  <dcterms:created xsi:type="dcterms:W3CDTF">2026-03-26T18:33:14Z</dcterms:created>
  <dcterms:modified xsi:type="dcterms:W3CDTF">2026-04-01T15:14:03Z</dcterms:modified>
</cp:coreProperties>
</file>