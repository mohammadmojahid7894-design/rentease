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C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0" y="-1097280"/>
            <a:ext cx="3657600" cy="3657600"/>
          </a:xfrm>
          <a:prstGeom prst="ellipse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0" y="-457200"/>
            <a:ext cx="2286000" cy="2286000"/>
          </a:xfrm>
          <a:prstGeom prst="ellipse">
            <a:avLst/>
          </a:prstGeom>
          <a:solidFill>
            <a:srgbClr val="7091E6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731520" y="5303520"/>
            <a:ext cx="2743200" cy="2743200"/>
          </a:xfrm>
          <a:prstGeom prst="ellipse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828800"/>
            <a:ext cx="73152" cy="25603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effectLst>
                  <a:glow rad="127000">
                    <a:srgbClr val="7091E6">
                      <a:alpha val="50000"/>
                    </a:srgbClr>
                  </a:glow>
                </a:effectLst>
                <a:latin typeface="Segoe UI" pitchFamily="34" charset="0"/>
                <a:ea typeface="Segoe UI" pitchFamily="34" charset="-122"/>
                <a:cs typeface="Segoe UI" pitchFamily="34" charset="-120"/>
              </a:rPr>
              <a:t>RentEase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1097280" y="25146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Rental Management Web Application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97280" y="3090672"/>
            <a:ext cx="5486400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Student: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Mohammad Mojahid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36393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Course: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B.Tech (Computer Science) — 6th Semester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40416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College: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College Name Here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Year: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 – 2026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0" y="6400800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6th Semester Project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228600"/>
            <a:ext cx="11795760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56032"/>
            <a:ext cx="11612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 Contents / Agenda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43000"/>
            <a:ext cx="777240" cy="100584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43000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13258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2404872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404872"/>
            <a:ext cx="777240" cy="100584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404872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2587752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4320" y="3666744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666744"/>
            <a:ext cx="777240" cy="100584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666744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3849624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&amp; Software Requirements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74320" y="4928616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4928616"/>
            <a:ext cx="777240" cy="100584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928616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5111496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Important Panels — Overview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09360" y="1143000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1143000"/>
            <a:ext cx="777240" cy="100584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143000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78040" y="13258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Screenshots — Landing &amp; Login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09360" y="2404872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09360" y="2404872"/>
            <a:ext cx="777240" cy="100584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2404872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178040" y="2587752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Screenshots — Owner Dashboard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309360" y="3666744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9360" y="3666744"/>
            <a:ext cx="777240" cy="100584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666744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178040" y="3849624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Screenshots — Tenant &amp; Payments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309360" y="4928616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09360" y="4928616"/>
            <a:ext cx="777240" cy="100584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4928616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178040" y="5111496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309360" y="6190488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09360" y="6190488"/>
            <a:ext cx="777240" cy="100584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6190488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178040" y="637336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309360" y="7452360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309360" y="7452360"/>
            <a:ext cx="777240" cy="100584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7452360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178040" y="76352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Bibliography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228600"/>
            <a:ext cx="11795760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56032"/>
            <a:ext cx="11612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🏠  Introduction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55778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51560"/>
            <a:ext cx="5577840" cy="45720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51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Rental Management?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60020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rental management system is a digital platform that helps property owners manage their properties, tenants, and payments efficiently.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replaces manual record-keeping with automated, organized digital processes.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Enables real-time tracking of payment dues, complaints, and notices.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Facilitates smooth communication between landlords and tenants through a centralized platform.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80760" y="1051560"/>
            <a:ext cx="59893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55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80760" y="1051560"/>
            <a:ext cx="5989320" cy="457200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05156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Problems Without Digital Systems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72200" y="1600200"/>
            <a:ext cx="57607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paper-based records are error-prone and time consuming.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 payment tracking is difficult — delays and disputes arise frequently.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centralized system for complaints or maintenance requests.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Owners struggle to manage multiple properties and tenants simultaneously.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Tenants lack transparency about rent dues, notices and property rules.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management (Aadhaar, ID proof) is disorganized and insecure.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228600"/>
            <a:ext cx="11795760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56032"/>
            <a:ext cx="11612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 Objectives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3749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51560"/>
            <a:ext cx="3749040" cy="73152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" y="17373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Simplify Property Management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20040" y="219456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 owners to add, manage and track multiple properties and units with ease.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33672" y="1051560"/>
            <a:ext cx="3749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33672" y="1051560"/>
            <a:ext cx="3749040" cy="73152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25112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25112" y="17373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 &amp; Payment Tracking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325112" y="219456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Maintain detailed tenant records, track monthly rent payments and dues automatically.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38744" y="1051560"/>
            <a:ext cx="3749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38744" y="1051560"/>
            <a:ext cx="3749040" cy="73152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0184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30184" y="17373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Centralized Digital Platform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30184" y="219456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 a single, unified platform accessible from any device via web browser.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" y="3657600"/>
            <a:ext cx="3749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3657600"/>
            <a:ext cx="3749040" cy="73152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20040" y="43434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Improved Communication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20040" y="480060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seamless communication through notices, complaints, and notifications between owners and tenants.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33672" y="3657600"/>
            <a:ext cx="3749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33672" y="3657600"/>
            <a:ext cx="3749040" cy="73152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25112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325112" y="43434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Management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325112" y="480060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Securely upload and store tenant documents like Aadhaar and ID proof in the cloud.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38744" y="3657600"/>
            <a:ext cx="3749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238744" y="3657600"/>
            <a:ext cx="3749040" cy="73152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30184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330184" y="43434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Reporting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8330184" y="480060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 owners clear visibility into income, pending payments and financial history.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228600"/>
            <a:ext cx="11795760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56032"/>
            <a:ext cx="11612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 Hardware &amp; Software Requirements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55778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51560"/>
            <a:ext cx="5577840" cy="475488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51560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   Hardware Requirements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0040" y="1691640"/>
            <a:ext cx="1371600" cy="566928"/>
          </a:xfrm>
          <a:prstGeom prst="rect">
            <a:avLst/>
          </a:prstGeom>
          <a:solidFill>
            <a:srgbClr val="EEF1FA"/>
          </a:solidFill>
          <a:ln w="12700">
            <a:solidFill>
              <a:srgbClr val="ADBB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69164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83080" y="17830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Laptop or Desktop PC (minimum 4GB RAM)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2496312"/>
            <a:ext cx="1371600" cy="566928"/>
          </a:xfrm>
          <a:prstGeom prst="rect">
            <a:avLst/>
          </a:prstGeom>
          <a:solidFill>
            <a:srgbClr val="EEF1FA"/>
          </a:solidFill>
          <a:ln w="12700">
            <a:solidFill>
              <a:srgbClr val="ADBB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496312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83080" y="25877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 Core i3 / AMD Ryzen 3 or higher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0040" y="3300984"/>
            <a:ext cx="1371600" cy="566928"/>
          </a:xfrm>
          <a:prstGeom prst="rect">
            <a:avLst/>
          </a:prstGeom>
          <a:solidFill>
            <a:srgbClr val="EEF1FA"/>
          </a:solidFill>
          <a:ln w="12700">
            <a:solidFill>
              <a:srgbClr val="ADBB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30098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83080" y="339242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Minimum 256 GB SSD / HDD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0040" y="4105656"/>
            <a:ext cx="1371600" cy="566928"/>
          </a:xfrm>
          <a:prstGeom prst="rect">
            <a:avLst/>
          </a:prstGeom>
          <a:solidFill>
            <a:srgbClr val="EEF1FA"/>
          </a:solidFill>
          <a:ln w="12700">
            <a:solidFill>
              <a:srgbClr val="ADBB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10565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83080" y="419709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Broadband or WiFi connection (for Firebase)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4910328"/>
            <a:ext cx="1371600" cy="566928"/>
          </a:xfrm>
          <a:prstGeom prst="rect">
            <a:avLst/>
          </a:prstGeom>
          <a:solidFill>
            <a:srgbClr val="EEF1FA"/>
          </a:solidFill>
          <a:ln w="12700">
            <a:solidFill>
              <a:srgbClr val="ADBB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91032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83080" y="50017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Minimum 1280×720 resolution screen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080760" y="1051560"/>
            <a:ext cx="59893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1051560"/>
            <a:ext cx="5989320" cy="475488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1051560"/>
            <a:ext cx="5806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💻   Software Requirements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172200" y="1691640"/>
            <a:ext cx="640080" cy="56692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1691640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⚛️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903720" y="17099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+ TypeScript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903720" y="198424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UI framework with type safety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72200" y="2441448"/>
            <a:ext cx="640080" cy="56692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2441448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🔥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903720" y="245973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903720" y="273405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Authentication, Firestore DB &amp; File Storage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172200" y="3191256"/>
            <a:ext cx="640080" cy="56692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3191256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903720" y="320954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903720" y="348386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Ultra-fast development build tool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172200" y="3941064"/>
            <a:ext cx="640080" cy="56692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3941064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▲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903720" y="39593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903720" y="423367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deployment &amp; hosting platform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172200" y="4690872"/>
            <a:ext cx="640080" cy="56692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72200" y="4690872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💙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903720" y="47091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Code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6903720" y="498348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code editor / IDE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172200" y="5440680"/>
            <a:ext cx="640080" cy="56692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72200" y="5440680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🐙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6903720" y="545896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6903720" y="573328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 control &amp; source code management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228600"/>
            <a:ext cx="11795760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56032"/>
            <a:ext cx="11612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🏗️  System Architecture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11795760" cy="1097280"/>
          </a:xfrm>
          <a:prstGeom prst="rect">
            <a:avLst/>
          </a:prstGeom>
          <a:solidFill>
            <a:srgbClr val="EEF1FA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097280"/>
            <a:ext cx="11612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 USER TIER  —  Web Browser (React + TypeScript + Vite)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0" y="2286000"/>
            <a:ext cx="320040" cy="54864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2907792"/>
            <a:ext cx="11795760" cy="128016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2907792"/>
            <a:ext cx="11612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🔥  BACKEND TIER  —  Firebase Platform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3401568"/>
            <a:ext cx="3657600" cy="685800"/>
          </a:xfrm>
          <a:prstGeom prst="rect">
            <a:avLst/>
          </a:prstGeom>
          <a:solidFill>
            <a:srgbClr val="7091E6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40156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Authentication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(User Login &amp; Register)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0" y="3401568"/>
            <a:ext cx="3657600" cy="685800"/>
          </a:xfrm>
          <a:prstGeom prst="rect">
            <a:avLst/>
          </a:prstGeom>
          <a:solidFill>
            <a:srgbClr val="7091E6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340156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Firestore Database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(Real-time NoSQL DB)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0" y="3401568"/>
            <a:ext cx="3657600" cy="685800"/>
          </a:xfrm>
          <a:prstGeom prst="rect">
            <a:avLst/>
          </a:prstGeom>
          <a:solidFill>
            <a:srgbClr val="7091E6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340156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Storage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(Document &amp; File Upload)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4160520"/>
            <a:ext cx="320040" cy="54864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4773168"/>
            <a:ext cx="11795760" cy="100584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" y="4773168"/>
            <a:ext cx="11612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▲  DEPLOYMENT TIER  —  Vercel (CDN + Serverless Hosting)  |  GitHub (Version Control)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228600"/>
            <a:ext cx="11795760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56032"/>
            <a:ext cx="11612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  Important Panels — Overview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1051560"/>
            <a:ext cx="374904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051560"/>
            <a:ext cx="374904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🏠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50976" y="12344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Landing Page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2608" y="1856232"/>
            <a:ext cx="3520440" cy="36576"/>
          </a:xfrm>
          <a:prstGeom prst="rect">
            <a:avLst/>
          </a:prstGeom>
          <a:solidFill>
            <a:srgbClr val="EEF1FA"/>
          </a:solidFill>
          <a:ln w="12700">
            <a:solidFill>
              <a:srgbClr val="EEF1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965960"/>
            <a:ext cx="35204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home page with Owner &amp; Tenant login options, project branding and multi-language support (Hindi/English).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2608" y="3410712"/>
            <a:ext cx="3520440" cy="18288"/>
          </a:xfrm>
          <a:prstGeom prst="rect">
            <a:avLst/>
          </a:prstGeom>
          <a:solidFill>
            <a:srgbClr val="ADBBDA"/>
          </a:solidFill>
          <a:ln w="12700">
            <a:solidFill>
              <a:srgbClr val="ADBB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1051560"/>
            <a:ext cx="374904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06240" y="1051560"/>
            <a:ext cx="374904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👔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956048" y="12344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Dashboard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97680" y="1856232"/>
            <a:ext cx="3520440" cy="36576"/>
          </a:xfrm>
          <a:prstGeom prst="rect">
            <a:avLst/>
          </a:prstGeom>
          <a:solidFill>
            <a:srgbClr val="EEF1FA"/>
          </a:solidFill>
          <a:ln w="12700">
            <a:solidFill>
              <a:srgbClr val="EEF1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1965960"/>
            <a:ext cx="35204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Property management, tenant overview, floor/unit management, financial reports and send rent notices.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3410712"/>
            <a:ext cx="3520440" cy="18288"/>
          </a:xfrm>
          <a:prstGeom prst="rect">
            <a:avLst/>
          </a:prstGeom>
          <a:solidFill>
            <a:srgbClr val="ADBBDA"/>
          </a:solidFill>
          <a:ln w="12700">
            <a:solidFill>
              <a:srgbClr val="ADBB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11312" y="1051560"/>
            <a:ext cx="374904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11312" y="1051560"/>
            <a:ext cx="374904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🧑‍💼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961120" y="12344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 Dashboard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302752" y="1856232"/>
            <a:ext cx="3520440" cy="36576"/>
          </a:xfrm>
          <a:prstGeom prst="rect">
            <a:avLst/>
          </a:prstGeom>
          <a:solidFill>
            <a:srgbClr val="EEF1FA"/>
          </a:solidFill>
          <a:ln w="12700">
            <a:solidFill>
              <a:srgbClr val="EEF1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02752" y="1965960"/>
            <a:ext cx="35204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assigned property details, apply for property, submit complaints, view notifications.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302752" y="3410712"/>
            <a:ext cx="3520440" cy="18288"/>
          </a:xfrm>
          <a:prstGeom prst="rect">
            <a:avLst/>
          </a:prstGeom>
          <a:solidFill>
            <a:srgbClr val="ADBBDA"/>
          </a:solidFill>
          <a:ln w="12700">
            <a:solidFill>
              <a:srgbClr val="ADBBD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1168" y="3657600"/>
            <a:ext cx="374904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01168" y="3657600"/>
            <a:ext cx="374904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" y="3794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🏗️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50976" y="3840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Property / Unit Management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92608" y="4462272"/>
            <a:ext cx="3520440" cy="36576"/>
          </a:xfrm>
          <a:prstGeom prst="rect">
            <a:avLst/>
          </a:prstGeom>
          <a:solidFill>
            <a:srgbClr val="EEF1FA"/>
          </a:solidFill>
          <a:ln w="12700">
            <a:solidFill>
              <a:srgbClr val="EEF1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08" y="4572000"/>
            <a:ext cx="35204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Owners can add properties, define floors/units, mark vacancy, and assign tenants to specific units.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92608" y="6016752"/>
            <a:ext cx="3520440" cy="18288"/>
          </a:xfrm>
          <a:prstGeom prst="rect">
            <a:avLst/>
          </a:prstGeom>
          <a:solidFill>
            <a:srgbClr val="ADBBDA"/>
          </a:solidFill>
          <a:ln w="12700">
            <a:solidFill>
              <a:srgbClr val="ADBBD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06240" y="3657600"/>
            <a:ext cx="374904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206240" y="3657600"/>
            <a:ext cx="374904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3794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📁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4956048" y="3840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Upload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297680" y="4462272"/>
            <a:ext cx="3520440" cy="36576"/>
          </a:xfrm>
          <a:prstGeom prst="rect">
            <a:avLst/>
          </a:prstGeom>
          <a:solidFill>
            <a:srgbClr val="EEF1FA"/>
          </a:solidFill>
          <a:ln w="12700">
            <a:solidFill>
              <a:srgbClr val="EEF1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97680" y="4572000"/>
            <a:ext cx="35204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Tenants upload Aadhaar card, ID proof and profile photo securely stored in Firebase Storage.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297680" y="6016752"/>
            <a:ext cx="3520440" cy="18288"/>
          </a:xfrm>
          <a:prstGeom prst="rect">
            <a:avLst/>
          </a:prstGeom>
          <a:solidFill>
            <a:srgbClr val="ADBBDA"/>
          </a:solidFill>
          <a:ln w="12700">
            <a:solidFill>
              <a:srgbClr val="ADBBD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11312" y="3657600"/>
            <a:ext cx="374904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211312" y="3657600"/>
            <a:ext cx="374904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21040" y="3794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💰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8961120" y="3840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 Payment &amp; Tracking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8302752" y="4462272"/>
            <a:ext cx="3520440" cy="36576"/>
          </a:xfrm>
          <a:prstGeom prst="rect">
            <a:avLst/>
          </a:prstGeom>
          <a:solidFill>
            <a:srgbClr val="EEF1FA"/>
          </a:solidFill>
          <a:ln w="12700">
            <a:solidFill>
              <a:srgbClr val="EEF1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02752" y="4572000"/>
            <a:ext cx="35204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Owners send rent notices; tenants pay via UPI/QR code. Real-time payment status tracking with history.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302752" y="6016752"/>
            <a:ext cx="3520440" cy="18288"/>
          </a:xfrm>
          <a:prstGeom prst="rect">
            <a:avLst/>
          </a:prstGeom>
          <a:solidFill>
            <a:srgbClr val="ADBBDA"/>
          </a:solidFill>
          <a:ln w="12700">
            <a:solidFill>
              <a:srgbClr val="ADBBDA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228600"/>
            <a:ext cx="11795760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56032"/>
            <a:ext cx="11612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🏠  App Screenshot — Landing Page &amp; Login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987552"/>
            <a:ext cx="5715000" cy="502920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024128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🏠  Landing Page</a:t>
            </a:r>
            <a:endParaRPr lang="en-US" sz="1300" dirty="0"/>
          </a:p>
        </p:txBody>
      </p:sp>
      <p:pic>
        <p:nvPicPr>
          <p:cNvPr id="9" name="Image 0" descr="C:/Users/LENOVO/.gemini/antigravity/brain/039ccac1-2597-4e85-b080-09e90a61aaae/landing_page_full_177304080298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463040"/>
            <a:ext cx="5532120" cy="44348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987552"/>
            <a:ext cx="5715000" cy="502920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36792" y="1024128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 Login Page (Owner / Tenant)</a:t>
            </a:r>
            <a:endParaRPr lang="en-US" sz="1300" dirty="0"/>
          </a:p>
        </p:txBody>
      </p:sp>
      <p:pic>
        <p:nvPicPr>
          <p:cNvPr id="12" name="Image 1" descr="C:/Users/LENOVO/.gemini/antigravity/brain/039ccac1-2597-4e85-b080-09e90a61aaae/login_page_owner_1773040760297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36792" y="1463040"/>
            <a:ext cx="5532120" cy="44348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1168" y="612648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Left: Public landing page with Owner &amp; Tenant login options  |  Right: Unified login panel with role selection (Owner/Tenant)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228600"/>
            <a:ext cx="11795760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56032"/>
            <a:ext cx="11612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👔  App Screenshot — Owner Dashboard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987552"/>
            <a:ext cx="11777472" cy="502920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024128"/>
            <a:ext cx="1152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👔  Owner Dashboard — Property &amp; Tenant Overview</a:t>
            </a:r>
            <a:endParaRPr lang="en-US" sz="1400" dirty="0"/>
          </a:p>
        </p:txBody>
      </p:sp>
      <p:pic>
        <p:nvPicPr>
          <p:cNvPr id="9" name="Image 0" descr="C:/Users/LENOVO/.gemini/antigravity/brain/039ccac1-2597-4e85-b080-09e90a61aaae/owner_dashboard_177304126838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463040"/>
            <a:ext cx="11521440" cy="44348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01168" y="6080760"/>
            <a:ext cx="1874520" cy="38404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1168" y="60807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Stats Cards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67128" y="6080760"/>
            <a:ext cx="1874520" cy="38404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67128" y="60807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Property Cards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133088" y="6080760"/>
            <a:ext cx="1874520" cy="38404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33088" y="60807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Tenant Management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99048" y="6080760"/>
            <a:ext cx="1874520" cy="38404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99048" y="60807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📜 Send Notices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065008" y="6080760"/>
            <a:ext cx="1874520" cy="38404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65008" y="60807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Financial Reports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0030968" y="6080760"/>
            <a:ext cx="1874520" cy="38404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30968" y="60807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Hindi/English Toggle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228600"/>
            <a:ext cx="11795760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56032"/>
            <a:ext cx="11612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🧑‍💼  App Screenshot — Tenant Dashboard &amp; Rent Payment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987552"/>
            <a:ext cx="5715000" cy="502920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024128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🧑‍💼  Tenant Dashboard</a:t>
            </a:r>
            <a:endParaRPr lang="en-US" sz="1300" dirty="0"/>
          </a:p>
        </p:txBody>
      </p:sp>
      <p:pic>
        <p:nvPicPr>
          <p:cNvPr id="9" name="Image 0" descr="C:/Users/LENOVO/.gemini/antigravity/brain/039ccac1-2597-4e85-b080-09e90a61aaae/tenant_dashboard_177304128383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463040"/>
            <a:ext cx="5532120" cy="44348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987552"/>
            <a:ext cx="5715000" cy="502920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36792" y="1024128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💰  Rent Payment — UPI / QR Code</a:t>
            </a:r>
            <a:endParaRPr lang="en-US" sz="1300" dirty="0"/>
          </a:p>
        </p:txBody>
      </p:sp>
      <p:pic>
        <p:nvPicPr>
          <p:cNvPr id="12" name="Image 1" descr="C:/Users/LENOVO/.gemini/antigravity/brain/039ccac1-2597-4e85-b080-09e90a61aaae/rent_payment_panel_1773041315416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36792" y="1463040"/>
            <a:ext cx="5532120" cy="44348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1168" y="612648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Left: Tenant panel with property info, notices &amp; notifications  |  Right: UPI/QR Code payment with payment history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228600"/>
            <a:ext cx="11795760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56032"/>
            <a:ext cx="11612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🏗️  App Screenshot — Property &amp; Unit Management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987552"/>
            <a:ext cx="11777472" cy="502920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024128"/>
            <a:ext cx="1152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🏗️  Property &amp; Unit Management — Floor-wise Unit Overview</a:t>
            </a:r>
            <a:endParaRPr lang="en-US" sz="1400" dirty="0"/>
          </a:p>
        </p:txBody>
      </p:sp>
      <p:pic>
        <p:nvPicPr>
          <p:cNvPr id="9" name="Image 0" descr="C:/Users/LENOVO/.gemini/antigravity/brain/039ccac1-2597-4e85-b080-09e90a61aaae/property_unit_management_177304130165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463040"/>
            <a:ext cx="11521440" cy="44348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01168" y="6080760"/>
            <a:ext cx="1874520" cy="384048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1168" y="60807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Multiple Properties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67128" y="6080760"/>
            <a:ext cx="1874520" cy="384048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67128" y="60807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🏗️ Floor-wise View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133088" y="6080760"/>
            <a:ext cx="1874520" cy="384048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33088" y="60807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🟢 Occupied Units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99048" y="6080760"/>
            <a:ext cx="1874520" cy="384048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99048" y="60807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⬜ Vacant Units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065008" y="6080760"/>
            <a:ext cx="1874520" cy="384048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65008" y="60807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Assign Tenant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0030968" y="6080760"/>
            <a:ext cx="1874520" cy="384048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30968" y="60807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Unit Details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C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228600"/>
            <a:ext cx="11704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 of RentEase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82880" y="1051560"/>
            <a:ext cx="2788920" cy="2377440"/>
          </a:xfrm>
          <a:prstGeom prst="rect">
            <a:avLst/>
          </a:prstGeom>
          <a:solidFill>
            <a:srgbClr val="3D52A0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051560"/>
            <a:ext cx="278892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161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1783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Firebase Auth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74320" y="231343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Phone-based login with OTP, role-based access (Owner / Tenant)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82112" y="1051560"/>
            <a:ext cx="2788920" cy="2377440"/>
          </a:xfrm>
          <a:prstGeom prst="rect">
            <a:avLst/>
          </a:prstGeom>
          <a:solidFill>
            <a:srgbClr val="3D52A0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82112" y="1051560"/>
            <a:ext cx="278892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12161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73552" y="1783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Multi-Property Support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273552" y="231343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multiple properties, floors and units from one dashboard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81344" y="1051560"/>
            <a:ext cx="2788920" cy="2377440"/>
          </a:xfrm>
          <a:prstGeom prst="rect">
            <a:avLst/>
          </a:prstGeom>
          <a:solidFill>
            <a:srgbClr val="3D52A0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81344" y="1051560"/>
            <a:ext cx="278892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2784" y="12161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📜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72784" y="1783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 Notice System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272784" y="231343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Owners send digital rent notices; tenants receive real-time alerts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80576" y="1051560"/>
            <a:ext cx="2788920" cy="2377440"/>
          </a:xfrm>
          <a:prstGeom prst="rect">
            <a:avLst/>
          </a:prstGeom>
          <a:solidFill>
            <a:srgbClr val="3D52A0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80576" y="1051560"/>
            <a:ext cx="278892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72016" y="12161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272016" y="1783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Code Payment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272016" y="231343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Tenants scan QR code to pay rent via UPI apps instantly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82880" y="3703320"/>
            <a:ext cx="2788920" cy="2377440"/>
          </a:xfrm>
          <a:prstGeom prst="rect">
            <a:avLst/>
          </a:prstGeom>
          <a:solidFill>
            <a:srgbClr val="3D52A0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3703320"/>
            <a:ext cx="278892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8679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274320" y="4434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274320" y="496519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In-app notification system for payments, notices and complaints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182112" y="3703320"/>
            <a:ext cx="2788920" cy="2377440"/>
          </a:xfrm>
          <a:prstGeom prst="rect">
            <a:avLst/>
          </a:prstGeom>
          <a:solidFill>
            <a:srgbClr val="3D52A0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82112" y="3703320"/>
            <a:ext cx="278892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73552" y="38679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273552" y="4434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Multi-Language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3273552" y="496519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Supports Hindi and English for wider accessibility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181344" y="3703320"/>
            <a:ext cx="2788920" cy="2377440"/>
          </a:xfrm>
          <a:prstGeom prst="rect">
            <a:avLst/>
          </a:prstGeom>
          <a:solidFill>
            <a:srgbClr val="3D52A0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81344" y="3703320"/>
            <a:ext cx="278892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72784" y="38679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📂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272784" y="4434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Storage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272784" y="496519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cloud storage of Aadhaar, ID proof and profile photos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180576" y="3703320"/>
            <a:ext cx="2788920" cy="2377440"/>
          </a:xfrm>
          <a:prstGeom prst="rect">
            <a:avLst/>
          </a:prstGeom>
          <a:solidFill>
            <a:srgbClr val="3D52A0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80576" y="3703320"/>
            <a:ext cx="278892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72016" y="38679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9272016" y="4434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Reports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9272016" y="496519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dashboard shows income summary and late payment alerts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228600"/>
            <a:ext cx="11795760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56032"/>
            <a:ext cx="11612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 Future Scope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1078992"/>
            <a:ext cx="56692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078992"/>
            <a:ext cx="658368" cy="1536192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078992"/>
            <a:ext cx="658368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50976" y="1188720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Application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50976" y="1581912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 native Android &amp; iOS apps using React Native for easier access on smartphones.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36208" y="1078992"/>
            <a:ext cx="56692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36208" y="1078992"/>
            <a:ext cx="658368" cy="15361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1078992"/>
            <a:ext cx="658368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986016" y="1188720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Payment Integration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986016" y="1581912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 Razorpay / Stripe for direct rent collection within the app — automated receipts.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01168" y="2798064"/>
            <a:ext cx="56692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1168" y="2798064"/>
            <a:ext cx="658368" cy="15361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2798064"/>
            <a:ext cx="658368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50976" y="290779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Tenant Verification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50976" y="3300984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AI/ML to verify tenant identity documents automatically and flag suspicious profiles.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36208" y="2798064"/>
            <a:ext cx="56692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36208" y="2798064"/>
            <a:ext cx="658368" cy="1536192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6208" y="2798064"/>
            <a:ext cx="658368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86016" y="290779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Analytics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986016" y="3300984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analytics dashboard with graphs — income trends, occupancy rates, payment forecasting.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01168" y="4517136"/>
            <a:ext cx="56692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01168" y="4517136"/>
            <a:ext cx="658368" cy="153619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" y="4517136"/>
            <a:ext cx="658368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50976" y="4626864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In-App Chat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950976" y="5020056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chat between owners and tenants for faster issue resolution without external apps.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36208" y="4517136"/>
            <a:ext cx="56692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36208" y="4517136"/>
            <a:ext cx="658368" cy="15361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6208" y="4517136"/>
            <a:ext cx="658368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🗓️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986016" y="4626864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Reminders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6986016" y="5020056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Auto-scheduled SMS/email reminders for rent due dates, lease renewals and inspections.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C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0" y="457200"/>
            <a:ext cx="4572000" cy="4572000"/>
          </a:xfrm>
          <a:prstGeom prst="ellipse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1188720"/>
            <a:ext cx="3108960" cy="3108960"/>
          </a:xfrm>
          <a:prstGeom prst="ellipse">
            <a:avLst/>
          </a:prstGeom>
          <a:solidFill>
            <a:srgbClr val="7091E6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0" y="173736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2286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A5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28600" y="1143000"/>
            <a:ext cx="50292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325880"/>
            <a:ext cx="54864" cy="6583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325880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RentEase successfully bridges the gap between traditional rental management and modern digital solutions.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" y="2240280"/>
            <a:ext cx="54864" cy="6583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240280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Owners can add properties, manage tenants, send rent notices and view financial reports — all in one place.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8600" y="3154680"/>
            <a:ext cx="54864" cy="6583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154680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Tenants enjoy a transparent experience — viewing their dues, paying rent via QR code, and submitting complaints.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4069080"/>
            <a:ext cx="54864" cy="6583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4069080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with modern technologies (React, TypeScript, Firebase) ensuring reliability, scalability and security.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28600" y="4983480"/>
            <a:ext cx="54864" cy="6583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4983480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RentEase demonstrates how technology can transform everyday rental management challenges into seamless experiences.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228600"/>
            <a:ext cx="11795760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56032"/>
            <a:ext cx="11612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📚  Bibliography / References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1078992"/>
            <a:ext cx="11750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78992"/>
            <a:ext cx="566928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078992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" y="113385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Documentation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86968" y="142646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https://firebase.google.com/docs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0" y="118872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Firebase docs for Authentication, Firestore &amp; Storage.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1828800"/>
            <a:ext cx="11750040" cy="658368"/>
          </a:xfrm>
          <a:prstGeom prst="rect">
            <a:avLst/>
          </a:prstGeom>
          <a:solidFill>
            <a:srgbClr val="EEF1FA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828800"/>
            <a:ext cx="566928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1828800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[2]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6968" y="18836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Documentation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86968" y="21762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https://react.dev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193852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React docs for component-based UI development.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" y="2578608"/>
            <a:ext cx="11750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578608"/>
            <a:ext cx="566928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2578608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[3]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" y="26334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 Handbook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86968" y="29260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https://www.typescriptlang.org/docs/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0" y="2688336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TypeScript language documentation and best practices.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" y="3328416"/>
            <a:ext cx="11750040" cy="658368"/>
          </a:xfrm>
          <a:prstGeom prst="rect">
            <a:avLst/>
          </a:prstGeom>
          <a:solidFill>
            <a:srgbClr val="EEF1FA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328416"/>
            <a:ext cx="566928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3328416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[4]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6968" y="3383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 Documentation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86968" y="367588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https://vitejs.dev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20640" y="3438144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tool documentation used for development and bundling.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28600" y="4078224"/>
            <a:ext cx="11750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8600" y="4078224"/>
            <a:ext cx="566928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4078224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[5]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6968" y="41330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Documentation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86968" y="442569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https://vercel.com/docs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20640" y="4187952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platform documentation for hosting the web app.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28600" y="4828032"/>
            <a:ext cx="11750040" cy="658368"/>
          </a:xfrm>
          <a:prstGeom prst="rect">
            <a:avLst/>
          </a:prstGeom>
          <a:solidFill>
            <a:srgbClr val="EEF1FA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28600" y="4828032"/>
            <a:ext cx="566928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4828032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[6]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86968" y="4882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MDN Web Docs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886968" y="517550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https://developer.mozilla.org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20640" y="493776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for HTML, CSS, and JavaScript web standards.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28600" y="5577840"/>
            <a:ext cx="11750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28600" y="5577840"/>
            <a:ext cx="566928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8600" y="5577840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[7]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86968" y="563270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Docs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886968" y="59253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https://docs.github.com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20640" y="568756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 control and repository management documentation.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C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0" y="-914400"/>
            <a:ext cx="4114800" cy="4114800"/>
          </a:xfrm>
          <a:prstGeom prst="ellipse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0" y="-274320"/>
            <a:ext cx="2743200" cy="2743200"/>
          </a:xfrm>
          <a:prstGeom prst="ellipse">
            <a:avLst/>
          </a:prstGeom>
          <a:solidFill>
            <a:srgbClr val="7091E6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164592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0" y="315468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🏠  RentEase — Rental Management Web Application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0" y="3840480"/>
            <a:ext cx="580644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406908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F0A5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Feedback are Welcome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0" y="621792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by: Mohammad Mojahid  |  B.Tech CSE — 6th Semester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2026-03-09T07:31:33Z</dcterms:created>
  <dcterms:modified xsi:type="dcterms:W3CDTF">2026-03-09T07:31:33Z</dcterms:modified>
</cp:coreProperties>
</file>