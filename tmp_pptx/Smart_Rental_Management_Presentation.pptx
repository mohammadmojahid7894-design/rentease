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C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0" y="-1097280"/>
            <a:ext cx="3657600" cy="3657600"/>
          </a:xfrm>
          <a:prstGeom prst="ellipse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0" y="-457200"/>
            <a:ext cx="2286000" cy="2286000"/>
          </a:xfrm>
          <a:prstGeom prst="ellipse">
            <a:avLst/>
          </a:prstGeom>
          <a:solidFill>
            <a:srgbClr val="7091E6"/>
          </a:solidFill>
          <a:ln w="12700">
            <a:solidFill>
              <a:srgbClr val="7091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731520" y="5303520"/>
            <a:ext cx="2743200" cy="2743200"/>
          </a:xfrm>
          <a:prstGeom prst="ellipse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463040"/>
            <a:ext cx="73152" cy="310896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0972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Rental Property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1097280" y="18745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0A5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Management System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1097280" y="26974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Smart Web-Based Rental Management Platform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097280" y="3273552"/>
            <a:ext cx="5486400" cy="45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Student: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Mohammad Mojahid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3794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Course: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B.Tech (Computer Science) — 6th Semester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4160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College: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College Name Here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Year: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 – 2026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0" y="6400800"/>
            <a:ext cx="1219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6th Semester Project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228600"/>
            <a:ext cx="11795760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256032"/>
            <a:ext cx="11612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 Contents / Agenda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5669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43000"/>
            <a:ext cx="777240" cy="86868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43000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1252728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2221992"/>
            <a:ext cx="5669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221992"/>
            <a:ext cx="777240" cy="86868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221992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23317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74320" y="3300984"/>
            <a:ext cx="5669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300984"/>
            <a:ext cx="777240" cy="86868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300984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3410712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 &amp; Software Requirements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74320" y="4379976"/>
            <a:ext cx="5669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4379976"/>
            <a:ext cx="777240" cy="86868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379976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3000" y="4489704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 Overview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74320" y="5458968"/>
            <a:ext cx="5669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5458968"/>
            <a:ext cx="777240" cy="86868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5458968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43000" y="5568696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309360" y="1143000"/>
            <a:ext cx="5669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09360" y="1143000"/>
            <a:ext cx="777240" cy="86868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1143000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178040" y="1252728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Screenshots — Owner Panel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309360" y="2221992"/>
            <a:ext cx="5669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09360" y="2221992"/>
            <a:ext cx="777240" cy="86868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2221992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178040" y="23317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Screenshots — Tenant Dashboard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309360" y="3300984"/>
            <a:ext cx="5669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09360" y="3300984"/>
            <a:ext cx="777240" cy="86868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3300984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178040" y="3410712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Screenshots — Payment &amp; Notifications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309360" y="4379976"/>
            <a:ext cx="5669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309360" y="4379976"/>
            <a:ext cx="777240" cy="86868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4379976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178040" y="4489704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Enhancements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309360" y="5458968"/>
            <a:ext cx="5669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309360" y="5458968"/>
            <a:ext cx="777240" cy="86868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5458968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178040" y="5568696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 &amp; Bibliography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C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2880360"/>
            <a:ext cx="5788152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164592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🏠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0" y="3063240"/>
            <a:ext cx="1219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228600"/>
            <a:ext cx="11795760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256032"/>
            <a:ext cx="11612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🏠  Introduction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1051560"/>
            <a:ext cx="55778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051560"/>
            <a:ext cx="5577840" cy="45720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51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Rental Management?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160020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digital platform that helps property owners manage properties, tenants, and payments efficiently.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Replaces manual record-keeping with automated, organized digital processes.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Enables real-time tracking of payment dues, complaints, and notices.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Facilitates smooth communication between landlords and tenants.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080760" y="1051560"/>
            <a:ext cx="59893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55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80760" y="1051560"/>
            <a:ext cx="5989320" cy="457200"/>
          </a:xfrm>
          <a:prstGeom prst="rect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05156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Problems in Traditional Systems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72200" y="1600200"/>
            <a:ext cx="57607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paper-based records are error-prone and time consuming.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 payment tracking is difficult — delays and disputes arise frequently.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centralized system for complaints or maintenance requests.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Owners struggle to manage multiple properties simultaneously.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Tenants lack transparency about rent dues, notices and property rules.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management (Aadhaar, ID proof) is disorganized and insecure.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228600"/>
            <a:ext cx="11795760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256032"/>
            <a:ext cx="11612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 Objectives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1051560"/>
            <a:ext cx="3749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051560"/>
            <a:ext cx="3749040" cy="73152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" y="17373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Easy Property Browsing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20040" y="219456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Tenants search &amp; filter properties by city, locality, and price range with GPS location support.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33672" y="1051560"/>
            <a:ext cx="3749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33672" y="1051560"/>
            <a:ext cx="3749040" cy="73152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25112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325112" y="17373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Owner-Tenant Management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325112" y="219456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Owners manage multiple properties, units, tenants. Tenants view assigned units and submit applications.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38744" y="1051560"/>
            <a:ext cx="3749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38744" y="1051560"/>
            <a:ext cx="3749040" cy="73152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30184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330184" y="17373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Online Request &amp; Approval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30184" y="219456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Tenants apply for units with document upload. Owners review and approve/reject with one click.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8600" y="3657600"/>
            <a:ext cx="3749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3657600"/>
            <a:ext cx="3749040" cy="73152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💳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20040" y="43434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Simulation System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20040" y="480060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Fake payment gateway with UPI, Card, Net Banking. Generates transaction IDs and tracks payment history.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233672" y="3657600"/>
            <a:ext cx="3749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33672" y="3657600"/>
            <a:ext cx="3749040" cy="73152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25112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325112" y="43434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 &amp; Reminders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325112" y="480060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rent reminders at 5-day, 2-day, due-date marks. Overdue alerts with late fee calculation.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238744" y="3657600"/>
            <a:ext cx="37490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238744" y="3657600"/>
            <a:ext cx="3749040" cy="73152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30184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📄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330184" y="43434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Upload System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8330184" y="480060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Tenants upload ID Proof, Address Proof via Cloudinary. Owners review documents before approval.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228600"/>
            <a:ext cx="11795760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256032"/>
            <a:ext cx="11612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 Hardware &amp; Software Requirements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1051560"/>
            <a:ext cx="55778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051560"/>
            <a:ext cx="5577840" cy="475488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051560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   Hardware Requirements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0040" y="1691640"/>
            <a:ext cx="1371600" cy="566928"/>
          </a:xfrm>
          <a:prstGeom prst="rect">
            <a:avLst/>
          </a:prstGeom>
          <a:solidFill>
            <a:srgbClr val="EEF1FA"/>
          </a:solidFill>
          <a:ln w="12700">
            <a:solidFill>
              <a:srgbClr val="ADBB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69164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2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Device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83080" y="17830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Laptop or Desktop PC (minimum 4GB RAM)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" y="2496312"/>
            <a:ext cx="1371600" cy="566928"/>
          </a:xfrm>
          <a:prstGeom prst="rect">
            <a:avLst/>
          </a:prstGeom>
          <a:solidFill>
            <a:srgbClr val="EEF1FA"/>
          </a:solidFill>
          <a:ln w="12700">
            <a:solidFill>
              <a:srgbClr val="ADBB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496312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2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83080" y="25877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 Core i3 / AMD Ryzen 3 or higher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0040" y="3300984"/>
            <a:ext cx="1371600" cy="566928"/>
          </a:xfrm>
          <a:prstGeom prst="rect">
            <a:avLst/>
          </a:prstGeom>
          <a:solidFill>
            <a:srgbClr val="EEF1FA"/>
          </a:solidFill>
          <a:ln w="12700">
            <a:solidFill>
              <a:srgbClr val="ADBB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300984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2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83080" y="3392424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Minimum 256 GB SSD / HDD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20040" y="4105656"/>
            <a:ext cx="1371600" cy="566928"/>
          </a:xfrm>
          <a:prstGeom prst="rect">
            <a:avLst/>
          </a:prstGeom>
          <a:solidFill>
            <a:srgbClr val="EEF1FA"/>
          </a:solidFill>
          <a:ln w="12700">
            <a:solidFill>
              <a:srgbClr val="ADBB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105656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2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83080" y="419709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Broadband or WiFi connection (for Firebase)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4910328"/>
            <a:ext cx="1371600" cy="566928"/>
          </a:xfrm>
          <a:prstGeom prst="rect">
            <a:avLst/>
          </a:prstGeom>
          <a:solidFill>
            <a:srgbClr val="EEF1FA"/>
          </a:solidFill>
          <a:ln w="12700">
            <a:solidFill>
              <a:srgbClr val="ADBB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91032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2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783080" y="500176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Minimum 1280×720 resolution screen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080760" y="1051560"/>
            <a:ext cx="59893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1051560"/>
            <a:ext cx="5989320" cy="475488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1051560"/>
            <a:ext cx="5806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💻   Software Requirements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172200" y="1691640"/>
            <a:ext cx="640080" cy="56692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1691640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⚛️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903720" y="170992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React.js + TypeScript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903720" y="198424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UI framework with type safety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72200" y="2441448"/>
            <a:ext cx="640080" cy="56692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2441448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🔥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903720" y="245973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903720" y="273405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+ Firestore DB (real-time NoSQL)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172200" y="3191256"/>
            <a:ext cx="640080" cy="56692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3191256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☁️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903720" y="320954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Cloudinary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6903720" y="3483864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image/document upload &amp; storage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172200" y="3941064"/>
            <a:ext cx="640080" cy="56692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72200" y="3941064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903720" y="395935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6903720" y="423367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Ultra-fast development build tool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172200" y="4690872"/>
            <a:ext cx="640080" cy="56692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72200" y="4690872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▲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903720" y="47091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6903720" y="498348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deployment &amp; hosting platform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172200" y="5440680"/>
            <a:ext cx="640080" cy="56692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72200" y="5440680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💙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6903720" y="545896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Code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6903720" y="573328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code editor / IDE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C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2880360"/>
            <a:ext cx="5788152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164592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⭐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0" y="3063240"/>
            <a:ext cx="1219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 Overview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C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228600"/>
            <a:ext cx="11704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 of the System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82880" y="1051560"/>
            <a:ext cx="2788920" cy="2377440"/>
          </a:xfrm>
          <a:prstGeom prst="rect">
            <a:avLst/>
          </a:prstGeom>
          <a:solidFill>
            <a:srgbClr val="3D52A0"/>
          </a:solidFill>
          <a:ln w="12700">
            <a:solidFill>
              <a:srgbClr val="7091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051560"/>
            <a:ext cx="278892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161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1783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Property Listing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74320" y="231343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Owners add properties with images, units, pricing. Admin approval before visibility.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82112" y="1051560"/>
            <a:ext cx="2788920" cy="2377440"/>
          </a:xfrm>
          <a:prstGeom prst="rect">
            <a:avLst/>
          </a:prstGeom>
          <a:solidFill>
            <a:srgbClr val="3D52A0"/>
          </a:solidFill>
          <a:ln w="12700">
            <a:solidFill>
              <a:srgbClr val="7091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82112" y="1051560"/>
            <a:ext cx="278892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73552" y="12161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73552" y="1783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&amp; Filter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273552" y="231343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Tenants search by city, locality. Price range slider, GPS location detection, popular cities.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81344" y="1051560"/>
            <a:ext cx="2788920" cy="2377440"/>
          </a:xfrm>
          <a:prstGeom prst="rect">
            <a:avLst/>
          </a:prstGeom>
          <a:solidFill>
            <a:srgbClr val="3D52A0"/>
          </a:solidFill>
          <a:ln w="12700">
            <a:solidFill>
              <a:srgbClr val="7091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81344" y="1051560"/>
            <a:ext cx="278892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2784" y="12161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72784" y="1783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&amp; Approval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272784" y="231343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Tenants apply with document uploads. Owners approve/reject. Payment only after approval.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180576" y="1051560"/>
            <a:ext cx="2788920" cy="2377440"/>
          </a:xfrm>
          <a:prstGeom prst="rect">
            <a:avLst/>
          </a:prstGeom>
          <a:solidFill>
            <a:srgbClr val="3D52A0"/>
          </a:solidFill>
          <a:ln w="12700">
            <a:solidFill>
              <a:srgbClr val="7091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80576" y="1051560"/>
            <a:ext cx="278892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72016" y="12161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💳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272016" y="1783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Gateway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272016" y="231343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Simulated Razorpay-style UI — UPI, Card, Net Banking with QR code and transaction tracking.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82880" y="3703320"/>
            <a:ext cx="2788920" cy="2377440"/>
          </a:xfrm>
          <a:prstGeom prst="rect">
            <a:avLst/>
          </a:prstGeom>
          <a:solidFill>
            <a:srgbClr val="3D52A0"/>
          </a:solidFill>
          <a:ln w="12700">
            <a:solidFill>
              <a:srgbClr val="7091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3703320"/>
            <a:ext cx="278892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8679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274320" y="4434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 Status Tracking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274320" y="496519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rent cycles with Pending / Paid / Overdue status. Auto-created next-month records.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182112" y="3703320"/>
            <a:ext cx="2788920" cy="2377440"/>
          </a:xfrm>
          <a:prstGeom prst="rect">
            <a:avLst/>
          </a:prstGeom>
          <a:solidFill>
            <a:srgbClr val="3D52A0"/>
          </a:solidFill>
          <a:ln w="12700">
            <a:solidFill>
              <a:srgbClr val="7091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82112" y="3703320"/>
            <a:ext cx="278892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73552" y="38679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⏰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3273552" y="4434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Reminder Notifications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3273552" y="496519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reminders at 5-day, 2-day, due-date. Overdue alerts with ₹100/day late fee calculation.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181344" y="3703320"/>
            <a:ext cx="2788920" cy="2377440"/>
          </a:xfrm>
          <a:prstGeom prst="rect">
            <a:avLst/>
          </a:prstGeom>
          <a:solidFill>
            <a:srgbClr val="3D52A0"/>
          </a:solidFill>
          <a:ln w="12700">
            <a:solidFill>
              <a:srgbClr val="7091E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81344" y="3703320"/>
            <a:ext cx="278892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72784" y="38679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📁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272784" y="4434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Upload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272784" y="496519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 Proof &amp; Address Proof via Cloudinary. File type/size validation. Owner review before approval.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9180576" y="3703320"/>
            <a:ext cx="2788920" cy="2377440"/>
          </a:xfrm>
          <a:prstGeom prst="rect">
            <a:avLst/>
          </a:prstGeom>
          <a:solidFill>
            <a:srgbClr val="3D52A0"/>
          </a:solidFill>
          <a:ln w="12700">
            <a:solidFill>
              <a:srgbClr val="7091E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180576" y="3703320"/>
            <a:ext cx="278892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272016" y="38679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9272016" y="4434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Control Panel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9272016" y="496519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dashboard for property approval, user management, and system-wide oversight.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C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2880360"/>
            <a:ext cx="5788152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164592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📸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0" y="3063240"/>
            <a:ext cx="1219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Screenshots</a:t>
            </a:r>
            <a:endParaRPr 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228600"/>
            <a:ext cx="11795760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256032"/>
            <a:ext cx="11612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👔  App Screenshot — Owner Panel — Property &amp; Tenant Management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1168" y="987552"/>
            <a:ext cx="11777472" cy="4754880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024128"/>
            <a:ext cx="1152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👔  Owner Panel — Property &amp; Tenant Management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2560320"/>
            <a:ext cx="5760720" cy="2011680"/>
          </a:xfrm>
          <a:prstGeom prst="rect">
            <a:avLst/>
          </a:prstGeom>
          <a:solidFill>
            <a:srgbClr val="3D52A0"/>
          </a:solidFill>
          <a:ln w="12700">
            <a:solidFill>
              <a:srgbClr val="7091E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200400" y="2560320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Insert Screenshot Here ]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00400" y="365760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Paste your actual screenshot in this area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" y="5806440"/>
            <a:ext cx="1874520" cy="38404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" y="580644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Dashboard Stats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67128" y="5806440"/>
            <a:ext cx="1874520" cy="38404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67128" y="580644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 Property Cards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33088" y="5806440"/>
            <a:ext cx="1874520" cy="38404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33088" y="580644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 Tenant Management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99048" y="5806440"/>
            <a:ext cx="1874520" cy="38404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99048" y="580644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Rent Records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65008" y="5806440"/>
            <a:ext cx="1874520" cy="38404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65008" y="580644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💰 Financial Overview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030968" y="5806440"/>
            <a:ext cx="1874520" cy="38404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30968" y="580644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Notifications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228600"/>
            <a:ext cx="11795760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256032"/>
            <a:ext cx="11612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🧑‍💼  App Screenshot — Tenant Dashboard — Browse &amp; Apply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1168" y="987552"/>
            <a:ext cx="11777472" cy="4754880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024128"/>
            <a:ext cx="1152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🧑‍💼  Tenant Dashboard — Browse &amp; Apply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2560320"/>
            <a:ext cx="5760720" cy="2011680"/>
          </a:xfrm>
          <a:prstGeom prst="rect">
            <a:avLst/>
          </a:prstGeom>
          <a:solidFill>
            <a:srgbClr val="3D52A0"/>
          </a:solidFill>
          <a:ln w="12700">
            <a:solidFill>
              <a:srgbClr val="7091E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200400" y="2560320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Insert Screenshot Here ]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00400" y="365760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Paste your actual screenshot in this area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" y="5806440"/>
            <a:ext cx="1874520" cy="38404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" y="580644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Search &amp; Filter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67128" y="5806440"/>
            <a:ext cx="1874520" cy="38404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67128" y="580644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📍 GPS Location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33088" y="5806440"/>
            <a:ext cx="1874520" cy="38404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33088" y="580644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🏠 Property Cards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99048" y="5806440"/>
            <a:ext cx="1874520" cy="38404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99048" y="580644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📄 Document Upload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65008" y="5806440"/>
            <a:ext cx="1874520" cy="38404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65008" y="580644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Apply for Units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030968" y="5806440"/>
            <a:ext cx="1874520" cy="38404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30968" y="580644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Rent Status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228600"/>
            <a:ext cx="11795760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256032"/>
            <a:ext cx="11612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💳  App Screenshot — Payment System — UPI, Card &amp; QR Code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1168" y="987552"/>
            <a:ext cx="11777472" cy="4754880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024128"/>
            <a:ext cx="1152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💳  Payment System — UPI, Card &amp; QR Code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2560320"/>
            <a:ext cx="5760720" cy="2011680"/>
          </a:xfrm>
          <a:prstGeom prst="rect">
            <a:avLst/>
          </a:prstGeom>
          <a:solidFill>
            <a:srgbClr val="3D52A0"/>
          </a:solidFill>
          <a:ln w="12700">
            <a:solidFill>
              <a:srgbClr val="7091E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200400" y="2560320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Insert Screenshot Here ]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00400" y="365760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Paste your actual screenshot in this area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" y="5806440"/>
            <a:ext cx="1874520" cy="38404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" y="580644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UPI Payment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67128" y="5806440"/>
            <a:ext cx="1874520" cy="38404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67128" y="580644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💳 Card Payment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33088" y="5806440"/>
            <a:ext cx="1874520" cy="38404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33088" y="580644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🏦 Net Banking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99048" y="5806440"/>
            <a:ext cx="1874520" cy="38404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99048" y="580644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📲 QR Code Scan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65008" y="5806440"/>
            <a:ext cx="1874520" cy="38404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65008" y="580644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🧾 Transaction ID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030968" y="5806440"/>
            <a:ext cx="1874520" cy="38404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30968" y="580644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Payment Success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228600"/>
            <a:ext cx="11795760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256032"/>
            <a:ext cx="11612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App Screenshot — Notifications — Reminders &amp; Alerts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1168" y="987552"/>
            <a:ext cx="11777472" cy="4754880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024128"/>
            <a:ext cx="1152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Notifications — Reminders &amp; Alerts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2560320"/>
            <a:ext cx="5760720" cy="2011680"/>
          </a:xfrm>
          <a:prstGeom prst="rect">
            <a:avLst/>
          </a:prstGeom>
          <a:solidFill>
            <a:srgbClr val="3D52A0"/>
          </a:solidFill>
          <a:ln w="12700">
            <a:solidFill>
              <a:srgbClr val="7091E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200400" y="2560320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Insert Screenshot Here ]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00400" y="365760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Paste your actual screenshot in this area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" y="5806440"/>
            <a:ext cx="1874520" cy="38404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" y="580644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⏰ 5-Day Reminder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67128" y="5806440"/>
            <a:ext cx="1874520" cy="38404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67128" y="580644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2-Day Warning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33088" y="5806440"/>
            <a:ext cx="1874520" cy="38404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33088" y="580644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Due Date Alert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99048" y="5806440"/>
            <a:ext cx="1874520" cy="38404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99048" y="580644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🔴 Overdue Notice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65008" y="5806440"/>
            <a:ext cx="1874520" cy="38404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65008" y="580644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Type Badges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030968" y="5806440"/>
            <a:ext cx="1874520" cy="38404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30968" y="580644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Mark as Read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228600"/>
            <a:ext cx="11795760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256032"/>
            <a:ext cx="11612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🏠  App Screenshot — Property Listing — Search &amp; Filters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1168" y="987552"/>
            <a:ext cx="11777472" cy="4754880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024128"/>
            <a:ext cx="1152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🏠  Property Listing — Search &amp; Filters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2560320"/>
            <a:ext cx="5760720" cy="2011680"/>
          </a:xfrm>
          <a:prstGeom prst="rect">
            <a:avLst/>
          </a:prstGeom>
          <a:solidFill>
            <a:srgbClr val="3D52A0"/>
          </a:solidFill>
          <a:ln w="12700">
            <a:solidFill>
              <a:srgbClr val="7091E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200400" y="2560320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Insert Screenshot Here ]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00400" y="365760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Paste your actual screenshot in this area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" y="5806440"/>
            <a:ext cx="1874520" cy="38404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" y="580644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City Search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67128" y="5806440"/>
            <a:ext cx="1874520" cy="38404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67128" y="580644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📍 Use My Location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33088" y="5806440"/>
            <a:ext cx="1874520" cy="38404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33088" y="580644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💰 Price Range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99048" y="5806440"/>
            <a:ext cx="1874520" cy="38404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99048" y="580644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🏷️ Popular Cities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65008" y="5806440"/>
            <a:ext cx="1874520" cy="38404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65008" y="580644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🗂️ Filter Tags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030968" y="5806440"/>
            <a:ext cx="1874520" cy="38404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30968" y="580644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Results Count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C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2880360"/>
            <a:ext cx="5788152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164592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0" y="3063240"/>
            <a:ext cx="1219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Enhancements</a:t>
            </a:r>
            <a:endParaRPr 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228600"/>
            <a:ext cx="11795760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256032"/>
            <a:ext cx="11612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 Future Enhancements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1168" y="1078992"/>
            <a:ext cx="56692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078992"/>
            <a:ext cx="658368" cy="1536192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078992"/>
            <a:ext cx="658368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💳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50976" y="1188720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Payment Integration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50976" y="1581912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 Razorpay / Stripe for live rent collection with automated receipts and refunds.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36208" y="1078992"/>
            <a:ext cx="56692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36208" y="1078992"/>
            <a:ext cx="658368" cy="15361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208" y="1078992"/>
            <a:ext cx="658368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986016" y="1188720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Property Recommendations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986016" y="1581912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ML-based property suggestions based on tenant preferences, budget and location history.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01168" y="2798064"/>
            <a:ext cx="56692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01168" y="2798064"/>
            <a:ext cx="658368" cy="15361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" y="2798064"/>
            <a:ext cx="658368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50976" y="2907792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 Between Owner &amp; Tenant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50976" y="3300984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in-app messaging for faster issue resolution without external apps.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36208" y="2798064"/>
            <a:ext cx="56692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36208" y="2798064"/>
            <a:ext cx="658368" cy="1536192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36208" y="2798064"/>
            <a:ext cx="658368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986016" y="2907792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App Version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986016" y="3300984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Android &amp; iOS apps using React Native for on-the-go property management.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201168" y="4517136"/>
            <a:ext cx="56692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01168" y="4517136"/>
            <a:ext cx="658368" cy="1536192"/>
          </a:xfrm>
          <a:prstGeom prst="rect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" y="4517136"/>
            <a:ext cx="658368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50976" y="4626864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Analytics Dashboard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950976" y="5020056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Income trends, occupancy rates, payment forecasting with interactive charts and graphs.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36208" y="4517136"/>
            <a:ext cx="56692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36208" y="4517136"/>
            <a:ext cx="658368" cy="153619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36208" y="4517136"/>
            <a:ext cx="658368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🗓️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986016" y="4626864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SMS/Email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6986016" y="5020056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Server-side scheduled reminders for rent due dates, lease renewals and property inspections.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C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0" y="457200"/>
            <a:ext cx="4572000" cy="4572000"/>
          </a:xfrm>
          <a:prstGeom prst="ellipse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1188720"/>
            <a:ext cx="3108960" cy="3108960"/>
          </a:xfrm>
          <a:prstGeom prst="ellipse">
            <a:avLst/>
          </a:prstGeom>
          <a:solidFill>
            <a:srgbClr val="7091E6"/>
          </a:solidFill>
          <a:ln w="12700">
            <a:solidFill>
              <a:srgbClr val="7091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0" y="173736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2286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A5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28600" y="1143000"/>
            <a:ext cx="5029200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0" name="Shape 8"/>
          <p:cNvSpPr/>
          <p:nvPr/>
        </p:nvSpPr>
        <p:spPr>
          <a:xfrm>
            <a:off x="228600" y="1325880"/>
            <a:ext cx="54864" cy="6583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325880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system simplifies the entire rental management process — from listing to payment.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8600" y="2240280"/>
            <a:ext cx="54864" cy="6583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240280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Reduces manual paperwork and errors with automated tracking of rent cycles &amp; late fees.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8600" y="3154680"/>
            <a:ext cx="54864" cy="6583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154680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Improves transparency between owners and tenants through real-time notifications.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" y="4069080"/>
            <a:ext cx="54864" cy="6583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4069080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Scalable architecture — ready for real-world deployment with actual payment gateways.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28600" y="4983480"/>
            <a:ext cx="54864" cy="6583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4983480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with modern technologies (React, Firebase, Cloudinary) ensuring reliability &amp; security.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228600"/>
            <a:ext cx="11795760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256032"/>
            <a:ext cx="11612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📚  Bibliography / References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1078992"/>
            <a:ext cx="11750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078992"/>
            <a:ext cx="566928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078992"/>
            <a:ext cx="5669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86968" y="113385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 Documentation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86968" y="142646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https://firebase.google.com/docs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0" y="118872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Authentication, Firestore &amp; Cloud Storage documentation.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1828800"/>
            <a:ext cx="11750040" cy="658368"/>
          </a:xfrm>
          <a:prstGeom prst="rect">
            <a:avLst/>
          </a:prstGeom>
          <a:solidFill>
            <a:srgbClr val="EEF1FA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828800"/>
            <a:ext cx="566928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1828800"/>
            <a:ext cx="5669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[2]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6968" y="18836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Documentation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86968" y="21762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https://react.dev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1938528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React docs for component-based UI development.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" y="2578608"/>
            <a:ext cx="11750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578608"/>
            <a:ext cx="566928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2578608"/>
            <a:ext cx="5669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[3]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6968" y="26334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Cloudinary Documentation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86968" y="292608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https://cloudinary.com/documentation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20640" y="2688336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image/document upload API documentation.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8600" y="3328416"/>
            <a:ext cx="11750040" cy="658368"/>
          </a:xfrm>
          <a:prstGeom prst="rect">
            <a:avLst/>
          </a:prstGeom>
          <a:solidFill>
            <a:srgbClr val="EEF1FA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3328416"/>
            <a:ext cx="566928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3328416"/>
            <a:ext cx="5669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[4]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86968" y="3383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 Handbook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86968" y="367588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https://www.typescriptlang.org/docs/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20640" y="3438144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 language features and best practices.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28600" y="4078224"/>
            <a:ext cx="11750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28600" y="4078224"/>
            <a:ext cx="566928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4078224"/>
            <a:ext cx="5669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[5]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86968" y="41330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 Documentation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86968" y="442569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https://vitejs.dev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20640" y="4187952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tool documentation for development &amp; bundling.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28600" y="4828032"/>
            <a:ext cx="11750040" cy="658368"/>
          </a:xfrm>
          <a:prstGeom prst="rect">
            <a:avLst/>
          </a:prstGeom>
          <a:solidFill>
            <a:srgbClr val="EEF1FA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28600" y="4828032"/>
            <a:ext cx="566928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" y="4828032"/>
            <a:ext cx="5669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[6]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86968" y="4882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 Documentation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886968" y="517550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https://vercel.com/docs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20640" y="493776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platform for hosting the web application.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28600" y="5577840"/>
            <a:ext cx="11750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DBB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28600" y="5577840"/>
            <a:ext cx="566928" cy="658368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8600" y="5577840"/>
            <a:ext cx="5669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[7]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86968" y="563270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 Overflow &amp; Google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886968" y="59253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https://stackoverflow.com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120640" y="5687568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Community Q&amp;A and general web development resources.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C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52A0"/>
          </a:solidFill>
          <a:ln/>
        </p:spPr>
      </p:sp>
      <p:sp>
        <p:nvSpPr>
          <p:cNvPr id="5" name="Shape 3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0" y="-914400"/>
            <a:ext cx="4114800" cy="4114800"/>
          </a:xfrm>
          <a:prstGeom prst="ellipse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75520" y="-274320"/>
            <a:ext cx="2743200" cy="2743200"/>
          </a:xfrm>
          <a:prstGeom prst="ellipse">
            <a:avLst/>
          </a:prstGeom>
          <a:solidFill>
            <a:srgbClr val="7091E6"/>
          </a:solidFill>
          <a:ln w="12700">
            <a:solidFill>
              <a:srgbClr val="7091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1645920"/>
            <a:ext cx="1219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0" y="315468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DBB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🏠  Smart Rental Property Management System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00400" y="3840480"/>
            <a:ext cx="5806440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1" name="Text 9"/>
          <p:cNvSpPr/>
          <p:nvPr/>
        </p:nvSpPr>
        <p:spPr>
          <a:xfrm>
            <a:off x="0" y="406908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F0A5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Feedback are Welcome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0" y="621792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by: Mohammad Mojahid  |  B.Tech CSE — 6th Semester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2026-03-24T19:11:52Z</dcterms:created>
  <dcterms:modified xsi:type="dcterms:W3CDTF">2026-03-24T19:11:52Z</dcterms:modified>
</cp:coreProperties>
</file>