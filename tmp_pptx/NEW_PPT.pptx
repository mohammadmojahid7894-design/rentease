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67" r:id="rId14"/>
    <p:sldId id="268" r:id="rId15"/>
    <p:sldId id="269" r:id="rId16"/>
    <p:sldId id="271" r:id="rId17"/>
    <p:sldId id="278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66E5FA-A9FA-447A-8FC8-6B5EA3E72A26}" v="7" dt="2026-03-26T14:36:58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0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mojahid" userId="4c1afb2c5ebc34fe" providerId="LiveId" clId="{16CDDD25-34FF-4A34-888C-2A1A2DC70C03}"/>
    <pc:docChg chg="undo redo custSel addSld delSld modSld sldOrd">
      <pc:chgData name="mohammad mojahid" userId="4c1afb2c5ebc34fe" providerId="LiveId" clId="{16CDDD25-34FF-4A34-888C-2A1A2DC70C03}" dt="2026-03-26T15:30:20.392" v="559" actId="1076"/>
      <pc:docMkLst>
        <pc:docMk/>
      </pc:docMkLst>
      <pc:sldChg chg="addSp delSp modSp mod">
        <pc:chgData name="mohammad mojahid" userId="4c1afb2c5ebc34fe" providerId="LiveId" clId="{16CDDD25-34FF-4A34-888C-2A1A2DC70C03}" dt="2026-03-26T15:30:20.392" v="559" actId="1076"/>
        <pc:sldMkLst>
          <pc:docMk/>
          <pc:sldMk cId="0" sldId="256"/>
        </pc:sldMkLst>
        <pc:spChg chg="mod">
          <ac:chgData name="mohammad mojahid" userId="4c1afb2c5ebc34fe" providerId="LiveId" clId="{16CDDD25-34FF-4A34-888C-2A1A2DC70C03}" dt="2026-03-26T14:20:50.116" v="291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4T19:33:10.594" v="140" actId="2057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4T19:29:45.996" v="36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4T19:29:59.393" v="58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6T15:22:25.914" v="552" actId="20577"/>
          <ac:spMkLst>
            <pc:docMk/>
            <pc:sldMk cId="0" sldId="256"/>
            <ac:spMk id="15" creationId="{00000000-0000-0000-0000-000000000000}"/>
          </ac:spMkLst>
        </pc:spChg>
        <pc:spChg chg="add del">
          <ac:chgData name="mohammad mojahid" userId="4c1afb2c5ebc34fe" providerId="LiveId" clId="{16CDDD25-34FF-4A34-888C-2A1A2DC70C03}" dt="2026-03-26T14:24:44.312" v="293" actId="478"/>
          <ac:spMkLst>
            <pc:docMk/>
            <pc:sldMk cId="0" sldId="256"/>
            <ac:spMk id="18" creationId="{531A6911-AF0A-AB28-581A-993B1E56D75D}"/>
          </ac:spMkLst>
        </pc:spChg>
        <pc:spChg chg="add mod">
          <ac:chgData name="mohammad mojahid" userId="4c1afb2c5ebc34fe" providerId="LiveId" clId="{16CDDD25-34FF-4A34-888C-2A1A2DC70C03}" dt="2026-03-26T15:30:20.392" v="559" actId="1076"/>
          <ac:spMkLst>
            <pc:docMk/>
            <pc:sldMk cId="0" sldId="256"/>
            <ac:spMk id="19" creationId="{2B204196-8898-02A9-881A-67F25D7D2A60}"/>
          </ac:spMkLst>
        </pc:spChg>
      </pc:sldChg>
      <pc:sldChg chg="modSp mod">
        <pc:chgData name="mohammad mojahid" userId="4c1afb2c5ebc34fe" providerId="LiveId" clId="{16CDDD25-34FF-4A34-888C-2A1A2DC70C03}" dt="2026-03-26T14:37:18.504" v="539" actId="20577"/>
        <pc:sldMkLst>
          <pc:docMk/>
          <pc:sldMk cId="0" sldId="257"/>
        </pc:sldMkLst>
        <pc:spChg chg="mod">
          <ac:chgData name="mohammad mojahid" userId="4c1afb2c5ebc34fe" providerId="LiveId" clId="{16CDDD25-34FF-4A34-888C-2A1A2DC70C03}" dt="2026-03-24T19:33:48.689" v="169" actId="20577"/>
          <ac:spMkLst>
            <pc:docMk/>
            <pc:sldMk cId="0" sldId="257"/>
            <ac:spMk id="20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6T14:37:18.504" v="539" actId="20577"/>
          <ac:spMkLst>
            <pc:docMk/>
            <pc:sldMk cId="0" sldId="257"/>
            <ac:spMk id="32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6T14:36:58.046" v="505"/>
          <ac:spMkLst>
            <pc:docMk/>
            <pc:sldMk cId="0" sldId="257"/>
            <ac:spMk id="36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6T14:36:26.854" v="502" actId="20577"/>
          <ac:spMkLst>
            <pc:docMk/>
            <pc:sldMk cId="0" sldId="257"/>
            <ac:spMk id="37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6T14:36:45.353" v="504"/>
          <ac:spMkLst>
            <pc:docMk/>
            <pc:sldMk cId="0" sldId="257"/>
            <ac:spMk id="40" creationId="{00000000-0000-0000-0000-000000000000}"/>
          </ac:spMkLst>
        </pc:spChg>
      </pc:sldChg>
      <pc:sldChg chg="ord">
        <pc:chgData name="mohammad mojahid" userId="4c1afb2c5ebc34fe" providerId="LiveId" clId="{16CDDD25-34FF-4A34-888C-2A1A2DC70C03}" dt="2026-03-26T15:30:18.827" v="558" actId="20578"/>
        <pc:sldMkLst>
          <pc:docMk/>
          <pc:sldMk cId="0" sldId="258"/>
        </pc:sldMkLst>
      </pc:sldChg>
      <pc:sldChg chg="modSp mod">
        <pc:chgData name="mohammad mojahid" userId="4c1afb2c5ebc34fe" providerId="LiveId" clId="{16CDDD25-34FF-4A34-888C-2A1A2DC70C03}" dt="2026-03-26T13:38:09.163" v="222" actId="404"/>
        <pc:sldMkLst>
          <pc:docMk/>
          <pc:sldMk cId="0" sldId="261"/>
        </pc:sldMkLst>
        <pc:spChg chg="mod">
          <ac:chgData name="mohammad mojahid" userId="4c1afb2c5ebc34fe" providerId="LiveId" clId="{16CDDD25-34FF-4A34-888C-2A1A2DC70C03}" dt="2026-03-26T13:38:02.551" v="217" actId="1410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6T13:38:09.163" v="222" actId="404"/>
          <ac:spMkLst>
            <pc:docMk/>
            <pc:sldMk cId="0" sldId="261"/>
            <ac:spMk id="12" creationId="{00000000-0000-0000-0000-000000000000}"/>
          </ac:spMkLst>
        </pc:spChg>
      </pc:sldChg>
      <pc:sldChg chg="modSp mod">
        <pc:chgData name="mohammad mojahid" userId="4c1afb2c5ebc34fe" providerId="LiveId" clId="{16CDDD25-34FF-4A34-888C-2A1A2DC70C03}" dt="2026-03-24T19:28:21.070" v="26" actId="20577"/>
        <pc:sldMkLst>
          <pc:docMk/>
          <pc:sldMk cId="0" sldId="262"/>
        </pc:sldMkLst>
        <pc:spChg chg="mod">
          <ac:chgData name="mohammad mojahid" userId="4c1afb2c5ebc34fe" providerId="LiveId" clId="{16CDDD25-34FF-4A34-888C-2A1A2DC70C03}" dt="2026-03-24T19:28:21.070" v="26" actId="20577"/>
          <ac:spMkLst>
            <pc:docMk/>
            <pc:sldMk cId="0" sldId="262"/>
            <ac:spMk id="9" creationId="{00000000-0000-0000-0000-000000000000}"/>
          </ac:spMkLst>
        </pc:spChg>
      </pc:sldChg>
      <pc:sldChg chg="addSp delSp modSp mod">
        <pc:chgData name="mohammad mojahid" userId="4c1afb2c5ebc34fe" providerId="LiveId" clId="{16CDDD25-34FF-4A34-888C-2A1A2DC70C03}" dt="2026-03-26T13:53:20.775" v="264"/>
        <pc:sldMkLst>
          <pc:docMk/>
          <pc:sldMk cId="0" sldId="267"/>
        </pc:sldMkLst>
        <pc:spChg chg="mod">
          <ac:chgData name="mohammad mojahid" userId="4c1afb2c5ebc34fe" providerId="LiveId" clId="{16CDDD25-34FF-4A34-888C-2A1A2DC70C03}" dt="2026-03-26T13:39:35.871" v="223" actId="20577"/>
          <ac:spMkLst>
            <pc:docMk/>
            <pc:sldMk cId="0" sldId="267"/>
            <ac:spMk id="11" creationId="{00000000-0000-0000-0000-000000000000}"/>
          </ac:spMkLst>
        </pc:spChg>
        <pc:picChg chg="add del mod">
          <ac:chgData name="mohammad mojahid" userId="4c1afb2c5ebc34fe" providerId="LiveId" clId="{16CDDD25-34FF-4A34-888C-2A1A2DC70C03}" dt="2026-03-26T13:53:19.037" v="263" actId="478"/>
          <ac:picMkLst>
            <pc:docMk/>
            <pc:sldMk cId="0" sldId="267"/>
            <ac:picMk id="28" creationId="{362BE507-5261-3939-6A7A-767EB347840E}"/>
          </ac:picMkLst>
        </pc:picChg>
        <pc:picChg chg="add mod">
          <ac:chgData name="mohammad mojahid" userId="4c1afb2c5ebc34fe" providerId="LiveId" clId="{16CDDD25-34FF-4A34-888C-2A1A2DC70C03}" dt="2026-03-26T13:53:20.775" v="264"/>
          <ac:picMkLst>
            <pc:docMk/>
            <pc:sldMk cId="0" sldId="267"/>
            <ac:picMk id="29" creationId="{362BE507-5261-3939-6A7A-767EB347840E}"/>
          </ac:picMkLst>
        </pc:picChg>
      </pc:sldChg>
      <pc:sldChg chg="addSp delSp modSp mod">
        <pc:chgData name="mohammad mojahid" userId="4c1afb2c5ebc34fe" providerId="LiveId" clId="{16CDDD25-34FF-4A34-888C-2A1A2DC70C03}" dt="2026-03-26T13:55:33.842" v="275" actId="1076"/>
        <pc:sldMkLst>
          <pc:docMk/>
          <pc:sldMk cId="0" sldId="268"/>
        </pc:sldMkLst>
        <pc:spChg chg="mod">
          <ac:chgData name="mohammad mojahid" userId="4c1afb2c5ebc34fe" providerId="LiveId" clId="{16CDDD25-34FF-4A34-888C-2A1A2DC70C03}" dt="2026-03-26T13:54:25.140" v="267" actId="20577"/>
          <ac:spMkLst>
            <pc:docMk/>
            <pc:sldMk cId="0" sldId="268"/>
            <ac:spMk id="11" creationId="{00000000-0000-0000-0000-000000000000}"/>
          </ac:spMkLst>
        </pc:spChg>
        <pc:picChg chg="add del">
          <ac:chgData name="mohammad mojahid" userId="4c1afb2c5ebc34fe" providerId="LiveId" clId="{16CDDD25-34FF-4A34-888C-2A1A2DC70C03}" dt="2026-03-26T13:54:21.667" v="266" actId="478"/>
          <ac:picMkLst>
            <pc:docMk/>
            <pc:sldMk cId="0" sldId="268"/>
            <ac:picMk id="28" creationId="{8008F27D-718D-A8B7-BBE7-CC24DD3300B2}"/>
          </ac:picMkLst>
        </pc:picChg>
        <pc:picChg chg="add mod">
          <ac:chgData name="mohammad mojahid" userId="4c1afb2c5ebc34fe" providerId="LiveId" clId="{16CDDD25-34FF-4A34-888C-2A1A2DC70C03}" dt="2026-03-26T13:55:33.842" v="275" actId="1076"/>
          <ac:picMkLst>
            <pc:docMk/>
            <pc:sldMk cId="0" sldId="268"/>
            <ac:picMk id="30" creationId="{E352B8FB-A212-DF4B-DD4C-2D24462C9937}"/>
          </ac:picMkLst>
        </pc:picChg>
      </pc:sldChg>
      <pc:sldChg chg="addSp delSp modSp mod">
        <pc:chgData name="mohammad mojahid" userId="4c1afb2c5ebc34fe" providerId="LiveId" clId="{16CDDD25-34FF-4A34-888C-2A1A2DC70C03}" dt="2026-03-26T14:04:43.501" v="284" actId="1076"/>
        <pc:sldMkLst>
          <pc:docMk/>
          <pc:sldMk cId="0" sldId="269"/>
        </pc:sldMkLst>
        <pc:picChg chg="add del mod">
          <ac:chgData name="mohammad mojahid" userId="4c1afb2c5ebc34fe" providerId="LiveId" clId="{16CDDD25-34FF-4A34-888C-2A1A2DC70C03}" dt="2026-03-26T14:04:06.390" v="279" actId="478"/>
          <ac:picMkLst>
            <pc:docMk/>
            <pc:sldMk cId="0" sldId="269"/>
            <ac:picMk id="28" creationId="{ED5CA676-3939-7BC0-D651-CFE002CF284F}"/>
          </ac:picMkLst>
        </pc:picChg>
        <pc:picChg chg="add mod">
          <ac:chgData name="mohammad mojahid" userId="4c1afb2c5ebc34fe" providerId="LiveId" clId="{16CDDD25-34FF-4A34-888C-2A1A2DC70C03}" dt="2026-03-26T14:04:43.501" v="284" actId="1076"/>
          <ac:picMkLst>
            <pc:docMk/>
            <pc:sldMk cId="0" sldId="269"/>
            <ac:picMk id="30" creationId="{E6A4EE72-959B-70D3-1ABC-F14C7D1B899D}"/>
          </ac:picMkLst>
        </pc:picChg>
      </pc:sldChg>
      <pc:sldChg chg="del">
        <pc:chgData name="mohammad mojahid" userId="4c1afb2c5ebc34fe" providerId="LiveId" clId="{16CDDD25-34FF-4A34-888C-2A1A2DC70C03}" dt="2026-03-26T14:35:00.034" v="499" actId="47"/>
        <pc:sldMkLst>
          <pc:docMk/>
          <pc:sldMk cId="0" sldId="270"/>
        </pc:sldMkLst>
      </pc:sldChg>
      <pc:sldChg chg="addSp modSp mod">
        <pc:chgData name="mohammad mojahid" userId="4c1afb2c5ebc34fe" providerId="LiveId" clId="{16CDDD25-34FF-4A34-888C-2A1A2DC70C03}" dt="2026-03-26T14:08:19.915" v="290" actId="1076"/>
        <pc:sldMkLst>
          <pc:docMk/>
          <pc:sldMk cId="0" sldId="271"/>
        </pc:sldMkLst>
        <pc:picChg chg="add mod">
          <ac:chgData name="mohammad mojahid" userId="4c1afb2c5ebc34fe" providerId="LiveId" clId="{16CDDD25-34FF-4A34-888C-2A1A2DC70C03}" dt="2026-03-26T14:08:19.915" v="290" actId="1076"/>
          <ac:picMkLst>
            <pc:docMk/>
            <pc:sldMk cId="0" sldId="271"/>
            <ac:picMk id="28" creationId="{DDF7FACF-826F-1054-A64B-0F825AD829F5}"/>
          </ac:picMkLst>
        </pc:picChg>
      </pc:sldChg>
      <pc:sldChg chg="addSp delSp modSp mod ord">
        <pc:chgData name="mohammad mojahid" userId="4c1afb2c5ebc34fe" providerId="LiveId" clId="{16CDDD25-34FF-4A34-888C-2A1A2DC70C03}" dt="2026-03-26T13:53:12.957" v="262" actId="478"/>
        <pc:sldMkLst>
          <pc:docMk/>
          <pc:sldMk cId="0" sldId="272"/>
        </pc:sldMkLst>
        <pc:spChg chg="mod">
          <ac:chgData name="mohammad mojahid" userId="4c1afb2c5ebc34fe" providerId="LiveId" clId="{16CDDD25-34FF-4A34-888C-2A1A2DC70C03}" dt="2026-03-26T13:52:45.555" v="244" actId="1038"/>
          <ac:spMkLst>
            <pc:docMk/>
            <pc:sldMk cId="0" sldId="272"/>
            <ac:spMk id="2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6T13:53:12.311" v="261" actId="20577"/>
          <ac:spMkLst>
            <pc:docMk/>
            <pc:sldMk cId="0" sldId="272"/>
            <ac:spMk id="10" creationId="{00000000-0000-0000-0000-000000000000}"/>
          </ac:spMkLst>
        </pc:spChg>
        <pc:spChg chg="mod">
          <ac:chgData name="mohammad mojahid" userId="4c1afb2c5ebc34fe" providerId="LiveId" clId="{16CDDD25-34FF-4A34-888C-2A1A2DC70C03}" dt="2026-03-24T19:38:34.412" v="190" actId="14100"/>
          <ac:spMkLst>
            <pc:docMk/>
            <pc:sldMk cId="0" sldId="272"/>
            <ac:spMk id="12" creationId="{00000000-0000-0000-0000-000000000000}"/>
          </ac:spMkLst>
        </pc:spChg>
        <pc:picChg chg="add del mod">
          <ac:chgData name="mohammad mojahid" userId="4c1afb2c5ebc34fe" providerId="LiveId" clId="{16CDDD25-34FF-4A34-888C-2A1A2DC70C03}" dt="2026-03-26T13:53:12.957" v="262" actId="478"/>
          <ac:picMkLst>
            <pc:docMk/>
            <pc:sldMk cId="0" sldId="272"/>
            <ac:picMk id="14" creationId="{A4BF76C0-5B6E-A22D-AEDC-DDA515573A86}"/>
          </ac:picMkLst>
        </pc:picChg>
        <pc:picChg chg="add del mod">
          <ac:chgData name="mohammad mojahid" userId="4c1afb2c5ebc34fe" providerId="LiveId" clId="{16CDDD25-34FF-4A34-888C-2A1A2DC70C03}" dt="2026-03-26T13:53:11.581" v="260" actId="22"/>
          <ac:picMkLst>
            <pc:docMk/>
            <pc:sldMk cId="0" sldId="272"/>
            <ac:picMk id="15" creationId="{A91368BD-CA5E-D665-8897-784D6547966C}"/>
          </ac:picMkLst>
        </pc:picChg>
      </pc:sldChg>
      <pc:sldChg chg="addSp delSp modSp add mod">
        <pc:chgData name="mohammad mojahid" userId="4c1afb2c5ebc34fe" providerId="LiveId" clId="{16CDDD25-34FF-4A34-888C-2A1A2DC70C03}" dt="2026-03-26T14:34:03.394" v="498" actId="115"/>
        <pc:sldMkLst>
          <pc:docMk/>
          <pc:sldMk cId="2033238563" sldId="278"/>
        </pc:sldMkLst>
        <pc:spChg chg="mod">
          <ac:chgData name="mohammad mojahid" userId="4c1afb2c5ebc34fe" providerId="LiveId" clId="{16CDDD25-34FF-4A34-888C-2A1A2DC70C03}" dt="2026-03-26T14:30:08.446" v="405" actId="20577"/>
          <ac:spMkLst>
            <pc:docMk/>
            <pc:sldMk cId="2033238563" sldId="278"/>
            <ac:spMk id="7" creationId="{2D5FA05B-B8E1-A042-4B79-A5B6E2E55BFC}"/>
          </ac:spMkLst>
        </pc:spChg>
        <pc:spChg chg="mod">
          <ac:chgData name="mohammad mojahid" userId="4c1afb2c5ebc34fe" providerId="LiveId" clId="{16CDDD25-34FF-4A34-888C-2A1A2DC70C03}" dt="2026-03-26T14:30:25.126" v="437" actId="20577"/>
          <ac:spMkLst>
            <pc:docMk/>
            <pc:sldMk cId="2033238563" sldId="278"/>
            <ac:spMk id="8" creationId="{85C81A99-91CC-E21A-0BFF-C0878CD5747E}"/>
          </ac:spMkLst>
        </pc:spChg>
        <pc:spChg chg="mod">
          <ac:chgData name="mohammad mojahid" userId="4c1afb2c5ebc34fe" providerId="LiveId" clId="{16CDDD25-34FF-4A34-888C-2A1A2DC70C03}" dt="2026-03-26T14:33:13.906" v="474" actId="20577"/>
          <ac:spMkLst>
            <pc:docMk/>
            <pc:sldMk cId="2033238563" sldId="278"/>
            <ac:spMk id="11" creationId="{057573BA-4EE9-27B9-9172-B32757EDBBEF}"/>
          </ac:spMkLst>
        </pc:spChg>
        <pc:spChg chg="mod">
          <ac:chgData name="mohammad mojahid" userId="4c1afb2c5ebc34fe" providerId="LiveId" clId="{16CDDD25-34FF-4A34-888C-2A1A2DC70C03}" dt="2026-03-26T14:33:06.121" v="473" actId="255"/>
          <ac:spMkLst>
            <pc:docMk/>
            <pc:sldMk cId="2033238563" sldId="278"/>
            <ac:spMk id="12" creationId="{1BFD709F-4A75-9C56-718B-569204B42EB8}"/>
          </ac:spMkLst>
        </pc:spChg>
        <pc:spChg chg="mod">
          <ac:chgData name="mohammad mojahid" userId="4c1afb2c5ebc34fe" providerId="LiveId" clId="{16CDDD25-34FF-4A34-888C-2A1A2DC70C03}" dt="2026-03-26T14:30:47.344" v="440" actId="20577"/>
          <ac:spMkLst>
            <pc:docMk/>
            <pc:sldMk cId="2033238563" sldId="278"/>
            <ac:spMk id="14" creationId="{51D6B9B2-7FEA-CB05-6827-581E39800575}"/>
          </ac:spMkLst>
        </pc:spChg>
        <pc:spChg chg="mod">
          <ac:chgData name="mohammad mojahid" userId="4c1afb2c5ebc34fe" providerId="LiveId" clId="{16CDDD25-34FF-4A34-888C-2A1A2DC70C03}" dt="2026-03-26T14:31:05.489" v="451" actId="20577"/>
          <ac:spMkLst>
            <pc:docMk/>
            <pc:sldMk cId="2033238563" sldId="278"/>
            <ac:spMk id="16" creationId="{7599E042-5664-FC32-75DC-5EAC42DD5904}"/>
          </ac:spMkLst>
        </pc:spChg>
        <pc:spChg chg="mod">
          <ac:chgData name="mohammad mojahid" userId="4c1afb2c5ebc34fe" providerId="LiveId" clId="{16CDDD25-34FF-4A34-888C-2A1A2DC70C03}" dt="2026-03-26T14:31:35.604" v="455" actId="1076"/>
          <ac:spMkLst>
            <pc:docMk/>
            <pc:sldMk cId="2033238563" sldId="278"/>
            <ac:spMk id="17" creationId="{E539CDF7-5B77-D611-A403-77A5C6A7C7CC}"/>
          </ac:spMkLst>
        </pc:spChg>
        <pc:spChg chg="mod">
          <ac:chgData name="mohammad mojahid" userId="4c1afb2c5ebc34fe" providerId="LiveId" clId="{16CDDD25-34FF-4A34-888C-2A1A2DC70C03}" dt="2026-03-26T14:31:41.270" v="456" actId="20577"/>
          <ac:spMkLst>
            <pc:docMk/>
            <pc:sldMk cId="2033238563" sldId="278"/>
            <ac:spMk id="18" creationId="{C68CED5E-7A73-09A5-EEC4-249744B4DA4D}"/>
          </ac:spMkLst>
        </pc:spChg>
        <pc:spChg chg="mod">
          <ac:chgData name="mohammad mojahid" userId="4c1afb2c5ebc34fe" providerId="LiveId" clId="{16CDDD25-34FF-4A34-888C-2A1A2DC70C03}" dt="2026-03-26T14:31:48.918" v="457" actId="20577"/>
          <ac:spMkLst>
            <pc:docMk/>
            <pc:sldMk cId="2033238563" sldId="278"/>
            <ac:spMk id="20" creationId="{F8BD26AA-D6BE-5DC2-1B2B-60F2E04AC4B8}"/>
          </ac:spMkLst>
        </pc:spChg>
        <pc:spChg chg="mod">
          <ac:chgData name="mohammad mojahid" userId="4c1afb2c5ebc34fe" providerId="LiveId" clId="{16CDDD25-34FF-4A34-888C-2A1A2DC70C03}" dt="2026-03-26T14:31:54.322" v="458" actId="20577"/>
          <ac:spMkLst>
            <pc:docMk/>
            <pc:sldMk cId="2033238563" sldId="278"/>
            <ac:spMk id="22" creationId="{6376C5BD-A75B-9A8D-C34D-93DF56C060FF}"/>
          </ac:spMkLst>
        </pc:spChg>
        <pc:spChg chg="mod">
          <ac:chgData name="mohammad mojahid" userId="4c1afb2c5ebc34fe" providerId="LiveId" clId="{16CDDD25-34FF-4A34-888C-2A1A2DC70C03}" dt="2026-03-26T14:31:58.088" v="459" actId="20577"/>
          <ac:spMkLst>
            <pc:docMk/>
            <pc:sldMk cId="2033238563" sldId="278"/>
            <ac:spMk id="24" creationId="{95632DDD-C794-0DB7-C87C-6E7D5FDD1679}"/>
          </ac:spMkLst>
        </pc:spChg>
        <pc:spChg chg="mod">
          <ac:chgData name="mohammad mojahid" userId="4c1afb2c5ebc34fe" providerId="LiveId" clId="{16CDDD25-34FF-4A34-888C-2A1A2DC70C03}" dt="2026-03-26T14:32:03.289" v="460" actId="20577"/>
          <ac:spMkLst>
            <pc:docMk/>
            <pc:sldMk cId="2033238563" sldId="278"/>
            <ac:spMk id="26" creationId="{619FAE67-6C89-BC1B-9436-6F92E67D0B8F}"/>
          </ac:spMkLst>
        </pc:spChg>
        <pc:spChg chg="add mod">
          <ac:chgData name="mohammad mojahid" userId="4c1afb2c5ebc34fe" providerId="LiveId" clId="{16CDDD25-34FF-4A34-888C-2A1A2DC70C03}" dt="2026-03-26T14:34:03.394" v="498" actId="115"/>
          <ac:spMkLst>
            <pc:docMk/>
            <pc:sldMk cId="2033238563" sldId="278"/>
            <ac:spMk id="27" creationId="{27B025DE-F912-79B2-8EDB-02731BF11C8D}"/>
          </ac:spMkLst>
        </pc:spChg>
        <pc:picChg chg="del">
          <ac:chgData name="mohammad mojahid" userId="4c1afb2c5ebc34fe" providerId="LiveId" clId="{16CDDD25-34FF-4A34-888C-2A1A2DC70C03}" dt="2026-03-26T14:29:26.404" v="397" actId="478"/>
          <ac:picMkLst>
            <pc:docMk/>
            <pc:sldMk cId="2033238563" sldId="278"/>
            <ac:picMk id="28" creationId="{DA4C0171-74BA-AE3C-8CBF-0556A6C0547F}"/>
          </ac:picMkLst>
        </pc:picChg>
      </pc:sldChg>
      <pc:sldChg chg="new del">
        <pc:chgData name="mohammad mojahid" userId="4c1afb2c5ebc34fe" providerId="LiveId" clId="{16CDDD25-34FF-4A34-888C-2A1A2DC70C03}" dt="2026-03-26T14:28:40.619" v="395" actId="47"/>
        <pc:sldMkLst>
          <pc:docMk/>
          <pc:sldMk cId="3887119302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65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D394A-6861-739C-0603-0A09F703F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815B5-5E31-19A0-74E3-A50420F3B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6452B5-64B4-3B4D-4863-A0E5E60A2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7F529-174C-E395-8B06-EA8792E3F5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7998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-457200"/>
            <a:ext cx="4572000" cy="457200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280160"/>
            <a:ext cx="54864" cy="365760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097280"/>
            <a:ext cx="9144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Rental Property</a:t>
            </a:r>
            <a:endParaRPr lang="en-US" sz="5000"/>
          </a:p>
        </p:txBody>
      </p:sp>
      <p:sp>
        <p:nvSpPr>
          <p:cNvPr id="9" name="Text 7"/>
          <p:cNvSpPr/>
          <p:nvPr/>
        </p:nvSpPr>
        <p:spPr>
          <a:xfrm>
            <a:off x="1188720" y="1920240"/>
            <a:ext cx="9144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>
                <a:solidFill>
                  <a:srgbClr val="00D4FF"/>
                </a:solidFill>
                <a:effectLst>
                  <a:glow rad="101600">
                    <a:srgbClr val="00D4FF">
                      <a:alpha val="40000"/>
                    </a:srgbClr>
                  </a:glow>
                </a:effectLst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 System</a:t>
            </a:r>
            <a:endParaRPr lang="en-US" sz="5000"/>
          </a:p>
        </p:txBody>
      </p:sp>
      <p:sp>
        <p:nvSpPr>
          <p:cNvPr id="10" name="Text 8"/>
          <p:cNvSpPr/>
          <p:nvPr/>
        </p:nvSpPr>
        <p:spPr>
          <a:xfrm>
            <a:off x="1188720" y="2834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Smart Web-Based Rental Management Platform</a:t>
            </a:r>
            <a:endParaRPr lang="en-US" sz="1800"/>
          </a:p>
        </p:txBody>
      </p:sp>
      <p:sp>
        <p:nvSpPr>
          <p:cNvPr id="11" name="Shape 9"/>
          <p:cNvSpPr/>
          <p:nvPr/>
        </p:nvSpPr>
        <p:spPr>
          <a:xfrm>
            <a:off x="1188720" y="3337560"/>
            <a:ext cx="457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5204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Student:  </a:t>
            </a:r>
            <a:r>
              <a:rPr lang="en-US" sz="1400" b="1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Satya </a:t>
            </a:r>
            <a:r>
              <a:rPr lang="en-US" sz="1400" b="1" err="1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Swadhhaya</a:t>
            </a: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Rahul Mishra, Md Mojahid , Tauhid Ahmed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1188720" y="390448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Course:  </a:t>
            </a:r>
            <a:r>
              <a:rPr lang="en-US" sz="1400" b="1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B.Sc</a:t>
            </a: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6th Semester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1188720" y="428853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College:  </a:t>
            </a: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Dharanidhar University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1188720" y="467258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Academic Year:  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 –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693408"/>
            <a:ext cx="12192000" cy="164592"/>
          </a:xfrm>
          <a:prstGeom prst="rect">
            <a:avLst/>
          </a:prstGeom>
          <a:solidFill>
            <a:srgbClr val="111832"/>
          </a:solidFill>
          <a:ln/>
        </p:spPr>
      </p:sp>
      <p:sp>
        <p:nvSpPr>
          <p:cNvPr id="17" name="Text 15"/>
          <p:cNvSpPr/>
          <p:nvPr/>
        </p:nvSpPr>
        <p:spPr>
          <a:xfrm>
            <a:off x="0" y="6446520"/>
            <a:ext cx="1219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6th Semester Project Presentation</a:t>
            </a:r>
            <a:endParaRPr lang="en-US" sz="10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204196-8898-02A9-881A-67F25D7D2A60}"/>
              </a:ext>
            </a:extLst>
          </p:cNvPr>
          <p:cNvSpPr txBox="1"/>
          <p:nvPr/>
        </p:nvSpPr>
        <p:spPr>
          <a:xfrm>
            <a:off x="8879841" y="5653428"/>
            <a:ext cx="338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95000"/>
                  </a:schemeClr>
                </a:solidFill>
                <a:latin typeface="Amasis MT Pro Medium" panose="02040604050005020304" pitchFamily="18" charset="0"/>
              </a:rPr>
              <a:t>UNDER THE GUIDANCE OF:</a:t>
            </a:r>
          </a:p>
          <a:p>
            <a:r>
              <a:rPr lang="en-US" sz="1600" dirty="0">
                <a:solidFill>
                  <a:schemeClr val="bg1">
                    <a:lumMod val="95000"/>
                  </a:schemeClr>
                </a:solidFill>
                <a:latin typeface="Amasis MT Pro Medium" panose="02040604050005020304" pitchFamily="18" charset="0"/>
              </a:rPr>
              <a:t>MR. SHUBHASHISH BEHERA</a:t>
            </a:r>
          </a:p>
          <a:p>
            <a:r>
              <a:rPr lang="en-US" sz="1600" dirty="0">
                <a:solidFill>
                  <a:schemeClr val="bg1">
                    <a:lumMod val="95000"/>
                  </a:schemeClr>
                </a:solidFill>
                <a:latin typeface="Amasis MT Pro Medium" panose="02040604050005020304" pitchFamily="18" charset="0"/>
              </a:rPr>
              <a:t>MR. SAMBIT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Contents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 Roadmap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23444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23444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/>
          </a:p>
        </p:txBody>
      </p:sp>
      <p:sp>
        <p:nvSpPr>
          <p:cNvPr id="12" name="Text 10"/>
          <p:cNvSpPr/>
          <p:nvPr/>
        </p:nvSpPr>
        <p:spPr>
          <a:xfrm>
            <a:off x="1078992" y="1371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</a:t>
            </a:r>
            <a:endParaRPr lang="en-US" sz="1500"/>
          </a:p>
        </p:txBody>
      </p:sp>
      <p:sp>
        <p:nvSpPr>
          <p:cNvPr id="13" name="Shape 11"/>
          <p:cNvSpPr/>
          <p:nvPr/>
        </p:nvSpPr>
        <p:spPr>
          <a:xfrm>
            <a:off x="274320" y="228600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28600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228600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1078992" y="24231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Objectives</a:t>
            </a:r>
            <a:endParaRPr lang="en-US" sz="1500"/>
          </a:p>
        </p:txBody>
      </p:sp>
      <p:sp>
        <p:nvSpPr>
          <p:cNvPr id="17" name="Shape 15"/>
          <p:cNvSpPr/>
          <p:nvPr/>
        </p:nvSpPr>
        <p:spPr>
          <a:xfrm>
            <a:off x="274320" y="333756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3756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333756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00"/>
          </a:p>
        </p:txBody>
      </p:sp>
      <p:sp>
        <p:nvSpPr>
          <p:cNvPr id="20" name="Text 18"/>
          <p:cNvSpPr/>
          <p:nvPr/>
        </p:nvSpPr>
        <p:spPr>
          <a:xfrm>
            <a:off x="1078992" y="34747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&amp; Software Requirements</a:t>
            </a:r>
            <a:endParaRPr lang="en-US" sz="1500"/>
          </a:p>
        </p:txBody>
      </p:sp>
      <p:sp>
        <p:nvSpPr>
          <p:cNvPr id="21" name="Shape 19"/>
          <p:cNvSpPr/>
          <p:nvPr/>
        </p:nvSpPr>
        <p:spPr>
          <a:xfrm>
            <a:off x="274320" y="438912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438912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438912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00"/>
          </a:p>
        </p:txBody>
      </p:sp>
      <p:sp>
        <p:nvSpPr>
          <p:cNvPr id="24" name="Text 22"/>
          <p:cNvSpPr/>
          <p:nvPr/>
        </p:nvSpPr>
        <p:spPr>
          <a:xfrm>
            <a:off x="1078992" y="45262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Overview</a:t>
            </a:r>
            <a:endParaRPr lang="en-US" sz="1500"/>
          </a:p>
        </p:txBody>
      </p:sp>
      <p:sp>
        <p:nvSpPr>
          <p:cNvPr id="25" name="Shape 23"/>
          <p:cNvSpPr/>
          <p:nvPr/>
        </p:nvSpPr>
        <p:spPr>
          <a:xfrm>
            <a:off x="274320" y="544068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544068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544068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800"/>
          </a:p>
        </p:txBody>
      </p:sp>
      <p:sp>
        <p:nvSpPr>
          <p:cNvPr id="28" name="Text 26"/>
          <p:cNvSpPr/>
          <p:nvPr/>
        </p:nvSpPr>
        <p:spPr>
          <a:xfrm>
            <a:off x="1078992" y="55778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123444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63640" y="123444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123444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800"/>
          </a:p>
        </p:txBody>
      </p:sp>
      <p:sp>
        <p:nvSpPr>
          <p:cNvPr id="32" name="Text 30"/>
          <p:cNvSpPr/>
          <p:nvPr/>
        </p:nvSpPr>
        <p:spPr>
          <a:xfrm>
            <a:off x="7068312" y="1371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— Landing Page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63640" y="228600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63640" y="228600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5" name="Text 33"/>
          <p:cNvSpPr/>
          <p:nvPr/>
        </p:nvSpPr>
        <p:spPr>
          <a:xfrm>
            <a:off x="6263640" y="228600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800"/>
          </a:p>
        </p:txBody>
      </p:sp>
      <p:sp>
        <p:nvSpPr>
          <p:cNvPr id="36" name="Text 34"/>
          <p:cNvSpPr/>
          <p:nvPr/>
        </p:nvSpPr>
        <p:spPr>
          <a:xfrm>
            <a:off x="7068312" y="24231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— Owner Panel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263640" y="333756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263640" y="333756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9" name="Text 37"/>
          <p:cNvSpPr/>
          <p:nvPr/>
        </p:nvSpPr>
        <p:spPr>
          <a:xfrm>
            <a:off x="6263640" y="333756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800"/>
          </a:p>
        </p:txBody>
      </p:sp>
      <p:sp>
        <p:nvSpPr>
          <p:cNvPr id="40" name="Text 38"/>
          <p:cNvSpPr/>
          <p:nvPr/>
        </p:nvSpPr>
        <p:spPr>
          <a:xfrm>
            <a:off x="7068312" y="34747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— Tenant &amp; Payments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263640" y="438912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263640" y="438912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3" name="Text 41"/>
          <p:cNvSpPr/>
          <p:nvPr/>
        </p:nvSpPr>
        <p:spPr>
          <a:xfrm>
            <a:off x="6263640" y="438912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800"/>
          </a:p>
        </p:txBody>
      </p:sp>
      <p:sp>
        <p:nvSpPr>
          <p:cNvPr id="44" name="Text 42"/>
          <p:cNvSpPr/>
          <p:nvPr/>
        </p:nvSpPr>
        <p:spPr>
          <a:xfrm>
            <a:off x="7068312" y="45262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</a:t>
            </a:r>
            <a:endParaRPr lang="en-US" sz="1500"/>
          </a:p>
        </p:txBody>
      </p:sp>
      <p:sp>
        <p:nvSpPr>
          <p:cNvPr id="45" name="Shape 43"/>
          <p:cNvSpPr/>
          <p:nvPr/>
        </p:nvSpPr>
        <p:spPr>
          <a:xfrm>
            <a:off x="6263640" y="5440680"/>
            <a:ext cx="5669280" cy="8412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63640" y="5440680"/>
            <a:ext cx="685800" cy="84124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7" name="Text 45"/>
          <p:cNvSpPr/>
          <p:nvPr/>
        </p:nvSpPr>
        <p:spPr>
          <a:xfrm>
            <a:off x="6263640" y="5440680"/>
            <a:ext cx="685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800"/>
          </a:p>
        </p:txBody>
      </p:sp>
      <p:sp>
        <p:nvSpPr>
          <p:cNvPr id="48" name="Text 46"/>
          <p:cNvSpPr/>
          <p:nvPr/>
        </p:nvSpPr>
        <p:spPr>
          <a:xfrm>
            <a:off x="7068312" y="55778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 &amp; Bibliography</a:t>
            </a:r>
            <a:endParaRPr lang="en-US"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914400"/>
            <a:ext cx="7315200" cy="73152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0" y="3566160"/>
            <a:ext cx="3959352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1371600"/>
            <a:ext cx="1219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000"/>
          </a:p>
        </p:txBody>
      </p:sp>
      <p:sp>
        <p:nvSpPr>
          <p:cNvPr id="9" name="Text 7"/>
          <p:cNvSpPr/>
          <p:nvPr/>
        </p:nvSpPr>
        <p:spPr>
          <a:xfrm>
            <a:off x="0" y="30175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</a:t>
            </a:r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4754880" y="3840480"/>
            <a:ext cx="2679192" cy="36576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Understanding the problem &amp; solution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274320" y="1188720"/>
            <a:ext cx="5669280" cy="50292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2608" y="1188720"/>
            <a:ext cx="5632704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32588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Smart Rental Management?</a:t>
            </a:r>
            <a:endParaRPr lang="en-US" sz="160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  <a:effectLst>
            <a:outerShdw blurRad="101600" dist="50800" dir="16200000" algn="bl" rotWithShape="0">
              <a:srgbClr val="6C63FF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🏠</a:t>
            </a:r>
            <a:endParaRPr lang="en-US" sz="1800"/>
          </a:p>
        </p:txBody>
      </p:sp>
      <p:sp>
        <p:nvSpPr>
          <p:cNvPr id="14" name="Text 12"/>
          <p:cNvSpPr/>
          <p:nvPr/>
        </p:nvSpPr>
        <p:spPr>
          <a:xfrm>
            <a:off x="1234440" y="196596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platform for property owners to manage tenants &amp; payments</a:t>
            </a:r>
            <a:endParaRPr lang="en-US" sz="125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  <a:effectLst>
            <a:outerShdw blurRad="101600" dist="50800" dir="16200000" algn="bl" rotWithShape="0">
              <a:srgbClr val="6C63FF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1800"/>
          </a:p>
        </p:txBody>
      </p:sp>
      <p:sp>
        <p:nvSpPr>
          <p:cNvPr id="17" name="Text 15"/>
          <p:cNvSpPr/>
          <p:nvPr/>
        </p:nvSpPr>
        <p:spPr>
          <a:xfrm>
            <a:off x="1234440" y="292608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Replaces manual records with automated processes</a:t>
            </a:r>
            <a:endParaRPr lang="en-US" sz="1250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  <a:effectLst>
            <a:outerShdw blurRad="101600" dist="50800" dir="16200000" algn="bl" rotWithShape="0">
              <a:srgbClr val="6C63FF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3886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1800"/>
          </a:p>
        </p:txBody>
      </p:sp>
      <p:sp>
        <p:nvSpPr>
          <p:cNvPr id="20" name="Text 18"/>
          <p:cNvSpPr/>
          <p:nvPr/>
        </p:nvSpPr>
        <p:spPr>
          <a:xfrm>
            <a:off x="1234440" y="388620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tracking of dues, complaints &amp; notices</a:t>
            </a:r>
            <a:endParaRPr lang="en-US" sz="1250"/>
          </a:p>
        </p:txBody>
      </p:sp>
      <p:sp>
        <p:nvSpPr>
          <p:cNvPr id="21" name="Shape 19"/>
          <p:cNvSpPr/>
          <p:nvPr/>
        </p:nvSpPr>
        <p:spPr>
          <a:xfrm>
            <a:off x="457200" y="484632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  <a:effectLst>
            <a:outerShdw blurRad="101600" dist="50800" dir="16200000" algn="bl" rotWithShape="0">
              <a:srgbClr val="6C63FF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</a:t>
            </a:r>
            <a:endParaRPr lang="en-US" sz="1800"/>
          </a:p>
        </p:txBody>
      </p:sp>
      <p:sp>
        <p:nvSpPr>
          <p:cNvPr id="23" name="Text 21"/>
          <p:cNvSpPr/>
          <p:nvPr/>
        </p:nvSpPr>
        <p:spPr>
          <a:xfrm>
            <a:off x="1234440" y="484632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Centralized communication between landlords &amp; tenants</a:t>
            </a:r>
            <a:endParaRPr lang="en-US" sz="1250"/>
          </a:p>
        </p:txBody>
      </p:sp>
      <p:sp>
        <p:nvSpPr>
          <p:cNvPr id="24" name="Shape 22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36208" y="1188720"/>
            <a:ext cx="5632704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32588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Problems Without Digital Systems</a:t>
            </a:r>
            <a:endParaRPr lang="en-US" sz="1600"/>
          </a:p>
        </p:txBody>
      </p:sp>
      <p:sp>
        <p:nvSpPr>
          <p:cNvPr id="27" name="Shape 25"/>
          <p:cNvSpPr/>
          <p:nvPr/>
        </p:nvSpPr>
        <p:spPr>
          <a:xfrm>
            <a:off x="6400800" y="1965960"/>
            <a:ext cx="640080" cy="6400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01600" dist="50800" dir="16200000" algn="bl" rotWithShape="0">
              <a:srgbClr val="EF4444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📝</a:t>
            </a:r>
            <a:endParaRPr lang="en-US" sz="1800"/>
          </a:p>
        </p:txBody>
      </p:sp>
      <p:sp>
        <p:nvSpPr>
          <p:cNvPr id="29" name="Text 27"/>
          <p:cNvSpPr/>
          <p:nvPr/>
        </p:nvSpPr>
        <p:spPr>
          <a:xfrm>
            <a:off x="7178040" y="196596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Paper-based records — error-prone &amp; slow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6400800" y="2926080"/>
            <a:ext cx="640080" cy="6400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01600" dist="50800" dir="16200000" algn="bl" rotWithShape="0">
              <a:srgbClr val="EF4444">
                <a:alpha val="4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00800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</a:t>
            </a:r>
            <a:endParaRPr lang="en-US" sz="1800"/>
          </a:p>
        </p:txBody>
      </p:sp>
      <p:sp>
        <p:nvSpPr>
          <p:cNvPr id="32" name="Text 30"/>
          <p:cNvSpPr/>
          <p:nvPr/>
        </p:nvSpPr>
        <p:spPr>
          <a:xfrm>
            <a:off x="7178040" y="292608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 disputes &amp; tracking failures</a:t>
            </a:r>
            <a:endParaRPr lang="en-US" sz="1250"/>
          </a:p>
        </p:txBody>
      </p:sp>
      <p:sp>
        <p:nvSpPr>
          <p:cNvPr id="33" name="Shape 31"/>
          <p:cNvSpPr/>
          <p:nvPr/>
        </p:nvSpPr>
        <p:spPr>
          <a:xfrm>
            <a:off x="6400800" y="3886200"/>
            <a:ext cx="640080" cy="6400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01600" dist="50800" dir="16200000" algn="bl" rotWithShape="0">
              <a:srgbClr val="EF4444">
                <a:alpha val="4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00800" y="3886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🚫</a:t>
            </a:r>
            <a:endParaRPr lang="en-US" sz="1800"/>
          </a:p>
        </p:txBody>
      </p:sp>
      <p:sp>
        <p:nvSpPr>
          <p:cNvPr id="35" name="Text 33"/>
          <p:cNvSpPr/>
          <p:nvPr/>
        </p:nvSpPr>
        <p:spPr>
          <a:xfrm>
            <a:off x="7178040" y="388620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centralized complaint system</a:t>
            </a:r>
            <a:endParaRPr lang="en-US" sz="1250"/>
          </a:p>
        </p:txBody>
      </p:sp>
      <p:sp>
        <p:nvSpPr>
          <p:cNvPr id="36" name="Shape 34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01600" dist="50800" dir="16200000" algn="bl" rotWithShape="0">
              <a:srgbClr val="EF4444">
                <a:alpha val="4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</a:t>
            </a:r>
            <a:endParaRPr lang="en-US" sz="1800"/>
          </a:p>
        </p:txBody>
      </p:sp>
      <p:sp>
        <p:nvSpPr>
          <p:cNvPr id="38" name="Text 36"/>
          <p:cNvSpPr/>
          <p:nvPr/>
        </p:nvSpPr>
        <p:spPr>
          <a:xfrm>
            <a:off x="7178040" y="484632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transparency for tenants on dues &amp; rules</a:t>
            </a:r>
            <a:endParaRPr lang="en-US" sz="12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914400"/>
            <a:ext cx="7315200" cy="73152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0" y="3566160"/>
            <a:ext cx="3959352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1371600"/>
            <a:ext cx="1219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000"/>
          </a:p>
        </p:txBody>
      </p:sp>
      <p:sp>
        <p:nvSpPr>
          <p:cNvPr id="9" name="Text 7"/>
          <p:cNvSpPr/>
          <p:nvPr/>
        </p:nvSpPr>
        <p:spPr>
          <a:xfrm>
            <a:off x="0" y="30175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Objectives</a:t>
            </a:r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4754880" y="3840480"/>
            <a:ext cx="2679192" cy="36576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Objectives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our system aims to achieve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228600" y="1234440"/>
            <a:ext cx="3749040" cy="22860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6888" y="1234440"/>
            <a:ext cx="3712464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6304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88720" y="14630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Easy Property Browsing</a:t>
            </a:r>
            <a:endParaRPr lang="en-US" sz="1400"/>
          </a:p>
        </p:txBody>
      </p:sp>
      <p:sp>
        <p:nvSpPr>
          <p:cNvPr id="14" name="Shape 12"/>
          <p:cNvSpPr/>
          <p:nvPr/>
        </p:nvSpPr>
        <p:spPr>
          <a:xfrm>
            <a:off x="365760" y="2011680"/>
            <a:ext cx="347472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1488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by city, GPS location, price range filters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4206240" y="1234440"/>
            <a:ext cx="3749040" cy="22860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24528" y="1234440"/>
            <a:ext cx="3712464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4389120" y="146304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8912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👥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66360" y="14630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Owner-Tenant Management</a:t>
            </a:r>
            <a:endParaRPr lang="en-US" sz="1400"/>
          </a:p>
        </p:txBody>
      </p:sp>
      <p:sp>
        <p:nvSpPr>
          <p:cNvPr id="21" name="Shape 19"/>
          <p:cNvSpPr/>
          <p:nvPr/>
        </p:nvSpPr>
        <p:spPr>
          <a:xfrm>
            <a:off x="4343400" y="2011680"/>
            <a:ext cx="347472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21488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Multi-property, unit management, tenant tracking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8183880" y="1234440"/>
            <a:ext cx="3749040" cy="22860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02168" y="1234440"/>
            <a:ext cx="3712464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Shape 23"/>
          <p:cNvSpPr/>
          <p:nvPr/>
        </p:nvSpPr>
        <p:spPr>
          <a:xfrm>
            <a:off x="8366760" y="1463040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50800" dir="16200000" algn="bl" rotWithShape="0">
              <a:srgbClr val="10B981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6676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endParaRPr lang="en-US" sz="1800"/>
          </a:p>
        </p:txBody>
      </p:sp>
      <p:sp>
        <p:nvSpPr>
          <p:cNvPr id="27" name="Text 25"/>
          <p:cNvSpPr/>
          <p:nvPr/>
        </p:nvSpPr>
        <p:spPr>
          <a:xfrm>
            <a:off x="9144000" y="14630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&amp; Approval Flow</a:t>
            </a:r>
            <a:endParaRPr lang="en-US" sz="1400"/>
          </a:p>
        </p:txBody>
      </p:sp>
      <p:sp>
        <p:nvSpPr>
          <p:cNvPr id="28" name="Shape 26"/>
          <p:cNvSpPr/>
          <p:nvPr/>
        </p:nvSpPr>
        <p:spPr>
          <a:xfrm>
            <a:off x="8321040" y="2011680"/>
            <a:ext cx="347472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29" name="Text 27"/>
          <p:cNvSpPr/>
          <p:nvPr/>
        </p:nvSpPr>
        <p:spPr>
          <a:xfrm>
            <a:off x="8321040" y="21488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upload, owner review, one-click approval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228600" y="3794760"/>
            <a:ext cx="3749040" cy="22860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6888" y="3794760"/>
            <a:ext cx="3712464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" y="40233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50800" dir="16200000" algn="bl" rotWithShape="0">
              <a:srgbClr val="F59E0B">
                <a:alpha val="4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1148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</a:t>
            </a:r>
            <a:endParaRPr lang="en-US" sz="1800"/>
          </a:p>
        </p:txBody>
      </p:sp>
      <p:sp>
        <p:nvSpPr>
          <p:cNvPr id="34" name="Text 32"/>
          <p:cNvSpPr/>
          <p:nvPr/>
        </p:nvSpPr>
        <p:spPr>
          <a:xfrm>
            <a:off x="1188720" y="40233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Simulation</a:t>
            </a:r>
            <a:endParaRPr lang="en-US" sz="1400"/>
          </a:p>
        </p:txBody>
      </p:sp>
      <p:sp>
        <p:nvSpPr>
          <p:cNvPr id="35" name="Shape 33"/>
          <p:cNvSpPr/>
          <p:nvPr/>
        </p:nvSpPr>
        <p:spPr>
          <a:xfrm>
            <a:off x="365760" y="4572000"/>
            <a:ext cx="347472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7091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UPI, Card, Net Banking with QR code &amp; transaction IDs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4206240" y="3794760"/>
            <a:ext cx="3749040" cy="22860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224528" y="3794760"/>
            <a:ext cx="3712464" cy="45720"/>
          </a:xfrm>
          <a:prstGeom prst="rect">
            <a:avLst/>
          </a:prstGeom>
          <a:solidFill>
            <a:srgbClr val="FF006E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0" y="4023360"/>
            <a:ext cx="640080" cy="640080"/>
          </a:xfrm>
          <a:prstGeom prst="ellipse">
            <a:avLst/>
          </a:prstGeom>
          <a:solidFill>
            <a:srgbClr val="FF006E"/>
          </a:solidFill>
          <a:ln w="12700">
            <a:solidFill>
              <a:srgbClr val="FF006E"/>
            </a:solidFill>
            <a:prstDash val="solid"/>
          </a:ln>
          <a:effectLst>
            <a:outerShdw blurRad="101600" dist="50800" dir="16200000" algn="bl" rotWithShape="0">
              <a:srgbClr val="FF006E">
                <a:alpha val="4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8912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🔔</a:t>
            </a:r>
            <a:endParaRPr lang="en-US" sz="1800"/>
          </a:p>
        </p:txBody>
      </p:sp>
      <p:sp>
        <p:nvSpPr>
          <p:cNvPr id="41" name="Text 39"/>
          <p:cNvSpPr/>
          <p:nvPr/>
        </p:nvSpPr>
        <p:spPr>
          <a:xfrm>
            <a:off x="5166360" y="40233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Notifications</a:t>
            </a:r>
            <a:endParaRPr lang="en-US" sz="1400"/>
          </a:p>
        </p:txBody>
      </p:sp>
      <p:sp>
        <p:nvSpPr>
          <p:cNvPr id="42" name="Shape 40"/>
          <p:cNvSpPr/>
          <p:nvPr/>
        </p:nvSpPr>
        <p:spPr>
          <a:xfrm>
            <a:off x="4343400" y="4572000"/>
            <a:ext cx="347472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43" name="Text 41"/>
          <p:cNvSpPr/>
          <p:nvPr/>
        </p:nvSpPr>
        <p:spPr>
          <a:xfrm>
            <a:off x="4343400" y="47091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reminders: 5-day, 2-day, due-date, overdue alerts</a:t>
            </a:r>
            <a:endParaRPr lang="en-US" sz="1200"/>
          </a:p>
        </p:txBody>
      </p:sp>
      <p:sp>
        <p:nvSpPr>
          <p:cNvPr id="44" name="Shape 42"/>
          <p:cNvSpPr/>
          <p:nvPr/>
        </p:nvSpPr>
        <p:spPr>
          <a:xfrm>
            <a:off x="8183880" y="3794760"/>
            <a:ext cx="3749040" cy="22860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02168" y="3794760"/>
            <a:ext cx="3712464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6" name="Shape 44"/>
          <p:cNvSpPr/>
          <p:nvPr/>
        </p:nvSpPr>
        <p:spPr>
          <a:xfrm>
            <a:off x="8366760" y="402336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  <a:effectLst>
            <a:outerShdw blurRad="101600" dist="50800" dir="16200000" algn="bl" rotWithShape="0">
              <a:srgbClr val="6C63FF">
                <a:alpha val="4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836676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📄</a:t>
            </a:r>
            <a:endParaRPr lang="en-US" sz="1800"/>
          </a:p>
        </p:txBody>
      </p:sp>
      <p:sp>
        <p:nvSpPr>
          <p:cNvPr id="48" name="Text 46"/>
          <p:cNvSpPr/>
          <p:nvPr/>
        </p:nvSpPr>
        <p:spPr>
          <a:xfrm>
            <a:off x="9144000" y="40233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System</a:t>
            </a:r>
            <a:endParaRPr lang="en-US" sz="1400"/>
          </a:p>
        </p:txBody>
      </p:sp>
      <p:sp>
        <p:nvSpPr>
          <p:cNvPr id="49" name="Shape 47"/>
          <p:cNvSpPr/>
          <p:nvPr/>
        </p:nvSpPr>
        <p:spPr>
          <a:xfrm>
            <a:off x="8321040" y="4572000"/>
            <a:ext cx="347472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50" name="Text 48"/>
          <p:cNvSpPr/>
          <p:nvPr/>
        </p:nvSpPr>
        <p:spPr>
          <a:xfrm>
            <a:off x="8321040" y="47091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Cloudinary-based ID proof upload with validation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914400"/>
            <a:ext cx="7315200" cy="73152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0" y="3566160"/>
            <a:ext cx="3959352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1371600"/>
            <a:ext cx="1219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6000"/>
          </a:p>
        </p:txBody>
      </p:sp>
      <p:sp>
        <p:nvSpPr>
          <p:cNvPr id="9" name="Text 7"/>
          <p:cNvSpPr/>
          <p:nvPr/>
        </p:nvSpPr>
        <p:spPr>
          <a:xfrm>
            <a:off x="0" y="30175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&amp; Software Requirements</a:t>
            </a:r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4754880" y="3840480"/>
            <a:ext cx="2679192" cy="36576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&amp; Software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 powering the system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274320" y="1188720"/>
            <a:ext cx="5669280" cy="50292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2608" y="1188720"/>
            <a:ext cx="5632704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325880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160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🖥️</a:t>
            </a:r>
            <a:endParaRPr lang="en-US" sz="1800"/>
          </a:p>
        </p:txBody>
      </p:sp>
      <p:sp>
        <p:nvSpPr>
          <p:cNvPr id="14" name="Text 12"/>
          <p:cNvSpPr/>
          <p:nvPr/>
        </p:nvSpPr>
        <p:spPr>
          <a:xfrm>
            <a:off x="1234440" y="18745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2834640" y="1874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Laptop/PC, 4GB+ RAM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</a:t>
            </a:r>
            <a:endParaRPr lang="en-US" sz="1800"/>
          </a:p>
        </p:txBody>
      </p:sp>
      <p:sp>
        <p:nvSpPr>
          <p:cNvPr id="18" name="Text 16"/>
          <p:cNvSpPr/>
          <p:nvPr/>
        </p:nvSpPr>
        <p:spPr>
          <a:xfrm>
            <a:off x="1234440" y="26517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Processor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283464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 i3 / Ryzen 3+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3429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💾</a:t>
            </a:r>
            <a:endParaRPr lang="en-US" sz="1800"/>
          </a:p>
        </p:txBody>
      </p:sp>
      <p:sp>
        <p:nvSpPr>
          <p:cNvPr id="22" name="Text 20"/>
          <p:cNvSpPr/>
          <p:nvPr/>
        </p:nvSpPr>
        <p:spPr>
          <a:xfrm>
            <a:off x="1234440" y="3429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2834640" y="3429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256GB SSD/HDD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</a:t>
            </a:r>
            <a:endParaRPr lang="en-US" sz="1800"/>
          </a:p>
        </p:txBody>
      </p:sp>
      <p:sp>
        <p:nvSpPr>
          <p:cNvPr id="26" name="Text 24"/>
          <p:cNvSpPr/>
          <p:nvPr/>
        </p:nvSpPr>
        <p:spPr>
          <a:xfrm>
            <a:off x="123444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Internet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28346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Broadband/WiFi</a:t>
            </a:r>
            <a:endParaRPr lang="en-US" sz="1200"/>
          </a:p>
        </p:txBody>
      </p:sp>
      <p:sp>
        <p:nvSpPr>
          <p:cNvPr id="28" name="Shape 26"/>
          <p:cNvSpPr/>
          <p:nvPr/>
        </p:nvSpPr>
        <p:spPr>
          <a:xfrm>
            <a:off x="457200" y="498348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7200" y="4983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🖥️</a:t>
            </a:r>
            <a:endParaRPr lang="en-US" sz="1800"/>
          </a:p>
        </p:txBody>
      </p:sp>
      <p:sp>
        <p:nvSpPr>
          <p:cNvPr id="30" name="Text 28"/>
          <p:cNvSpPr/>
          <p:nvPr/>
        </p:nvSpPr>
        <p:spPr>
          <a:xfrm>
            <a:off x="1234440" y="4983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2834640" y="4983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1280×720+</a:t>
            </a:r>
            <a:endParaRPr lang="en-US" sz="1200"/>
          </a:p>
        </p:txBody>
      </p:sp>
      <p:sp>
        <p:nvSpPr>
          <p:cNvPr id="32" name="Shape 30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236208" y="1188720"/>
            <a:ext cx="5632704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1325880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Stack</a:t>
            </a:r>
            <a:endParaRPr lang="en-US" sz="1600"/>
          </a:p>
        </p:txBody>
      </p:sp>
      <p:sp>
        <p:nvSpPr>
          <p:cNvPr id="35" name="Shape 33"/>
          <p:cNvSpPr/>
          <p:nvPr/>
        </p:nvSpPr>
        <p:spPr>
          <a:xfrm>
            <a:off x="6400800" y="187452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00800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⚛️</a:t>
            </a:r>
            <a:endParaRPr lang="en-US" sz="1800"/>
          </a:p>
        </p:txBody>
      </p:sp>
      <p:sp>
        <p:nvSpPr>
          <p:cNvPr id="37" name="Text 35"/>
          <p:cNvSpPr/>
          <p:nvPr/>
        </p:nvSpPr>
        <p:spPr>
          <a:xfrm>
            <a:off x="7178040" y="18745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React.js + TypeScript</a:t>
            </a:r>
            <a:endParaRPr lang="en-US" sz="1300"/>
          </a:p>
        </p:txBody>
      </p:sp>
      <p:sp>
        <p:nvSpPr>
          <p:cNvPr id="38" name="Text 36"/>
          <p:cNvSpPr/>
          <p:nvPr/>
        </p:nvSpPr>
        <p:spPr>
          <a:xfrm>
            <a:off x="7178040" y="2194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framework</a:t>
            </a:r>
            <a:endParaRPr lang="en-US" sz="1100"/>
          </a:p>
        </p:txBody>
      </p:sp>
      <p:sp>
        <p:nvSpPr>
          <p:cNvPr id="39" name="Shape 37"/>
          <p:cNvSpPr/>
          <p:nvPr/>
        </p:nvSpPr>
        <p:spPr>
          <a:xfrm>
            <a:off x="6400800" y="2587752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400800" y="25877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🔥</a:t>
            </a:r>
            <a:endParaRPr lang="en-US" sz="1800"/>
          </a:p>
        </p:txBody>
      </p:sp>
      <p:sp>
        <p:nvSpPr>
          <p:cNvPr id="41" name="Text 39"/>
          <p:cNvSpPr/>
          <p:nvPr/>
        </p:nvSpPr>
        <p:spPr>
          <a:xfrm>
            <a:off x="7178040" y="25877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Firebase</a:t>
            </a:r>
            <a:endParaRPr lang="en-US" sz="1300"/>
          </a:p>
        </p:txBody>
      </p:sp>
      <p:sp>
        <p:nvSpPr>
          <p:cNvPr id="42" name="Text 40"/>
          <p:cNvSpPr/>
          <p:nvPr/>
        </p:nvSpPr>
        <p:spPr>
          <a:xfrm>
            <a:off x="7178040" y="29077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+ Firestore DB</a:t>
            </a:r>
            <a:endParaRPr lang="en-US" sz="1100"/>
          </a:p>
        </p:txBody>
      </p:sp>
      <p:sp>
        <p:nvSpPr>
          <p:cNvPr id="43" name="Shape 41"/>
          <p:cNvSpPr/>
          <p:nvPr/>
        </p:nvSpPr>
        <p:spPr>
          <a:xfrm>
            <a:off x="6400800" y="3300984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0" y="330098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☁️</a:t>
            </a:r>
            <a:endParaRPr lang="en-US" sz="1800"/>
          </a:p>
        </p:txBody>
      </p:sp>
      <p:sp>
        <p:nvSpPr>
          <p:cNvPr id="45" name="Text 43"/>
          <p:cNvSpPr/>
          <p:nvPr/>
        </p:nvSpPr>
        <p:spPr>
          <a:xfrm>
            <a:off x="7178040" y="33009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Cloudinary</a:t>
            </a:r>
            <a:endParaRPr lang="en-US" sz="1300"/>
          </a:p>
        </p:txBody>
      </p:sp>
      <p:sp>
        <p:nvSpPr>
          <p:cNvPr id="46" name="Text 44"/>
          <p:cNvSpPr/>
          <p:nvPr/>
        </p:nvSpPr>
        <p:spPr>
          <a:xfrm>
            <a:off x="7178040" y="362102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Image/Doc uploads</a:t>
            </a:r>
            <a:endParaRPr lang="en-US" sz="1100"/>
          </a:p>
        </p:txBody>
      </p:sp>
      <p:sp>
        <p:nvSpPr>
          <p:cNvPr id="47" name="Shape 45"/>
          <p:cNvSpPr/>
          <p:nvPr/>
        </p:nvSpPr>
        <p:spPr>
          <a:xfrm>
            <a:off x="6400800" y="4014216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400800" y="40142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1800"/>
          </a:p>
        </p:txBody>
      </p:sp>
      <p:sp>
        <p:nvSpPr>
          <p:cNvPr id="49" name="Text 47"/>
          <p:cNvSpPr/>
          <p:nvPr/>
        </p:nvSpPr>
        <p:spPr>
          <a:xfrm>
            <a:off x="7178040" y="401421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</a:t>
            </a:r>
            <a:endParaRPr lang="en-US" sz="1300"/>
          </a:p>
        </p:txBody>
      </p:sp>
      <p:sp>
        <p:nvSpPr>
          <p:cNvPr id="50" name="Text 48"/>
          <p:cNvSpPr/>
          <p:nvPr/>
        </p:nvSpPr>
        <p:spPr>
          <a:xfrm>
            <a:off x="7178040" y="433425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tool</a:t>
            </a:r>
            <a:endParaRPr lang="en-US" sz="1100"/>
          </a:p>
        </p:txBody>
      </p:sp>
      <p:sp>
        <p:nvSpPr>
          <p:cNvPr id="51" name="Shape 49"/>
          <p:cNvSpPr/>
          <p:nvPr/>
        </p:nvSpPr>
        <p:spPr>
          <a:xfrm>
            <a:off x="6400800" y="4727448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400800" y="47274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</a:t>
            </a:r>
            <a:endParaRPr lang="en-US" sz="1800"/>
          </a:p>
        </p:txBody>
      </p:sp>
      <p:sp>
        <p:nvSpPr>
          <p:cNvPr id="53" name="Text 51"/>
          <p:cNvSpPr/>
          <p:nvPr/>
        </p:nvSpPr>
        <p:spPr>
          <a:xfrm>
            <a:off x="7178040" y="47274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</a:t>
            </a:r>
            <a:endParaRPr lang="en-US" sz="1300"/>
          </a:p>
        </p:txBody>
      </p:sp>
      <p:sp>
        <p:nvSpPr>
          <p:cNvPr id="54" name="Text 52"/>
          <p:cNvSpPr/>
          <p:nvPr/>
        </p:nvSpPr>
        <p:spPr>
          <a:xfrm>
            <a:off x="7178040" y="504748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1100"/>
          </a:p>
        </p:txBody>
      </p:sp>
      <p:sp>
        <p:nvSpPr>
          <p:cNvPr id="55" name="Shape 53"/>
          <p:cNvSpPr/>
          <p:nvPr/>
        </p:nvSpPr>
        <p:spPr>
          <a:xfrm>
            <a:off x="6400800" y="544068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400800" y="5440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💙</a:t>
            </a:r>
            <a:endParaRPr lang="en-US" sz="1800"/>
          </a:p>
        </p:txBody>
      </p:sp>
      <p:sp>
        <p:nvSpPr>
          <p:cNvPr id="57" name="Text 55"/>
          <p:cNvSpPr/>
          <p:nvPr/>
        </p:nvSpPr>
        <p:spPr>
          <a:xfrm>
            <a:off x="7178040" y="5440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</a:t>
            </a:r>
            <a:endParaRPr lang="en-US" sz="1300"/>
          </a:p>
        </p:txBody>
      </p:sp>
      <p:sp>
        <p:nvSpPr>
          <p:cNvPr id="58" name="Text 56"/>
          <p:cNvSpPr/>
          <p:nvPr/>
        </p:nvSpPr>
        <p:spPr>
          <a:xfrm>
            <a:off x="7178040" y="57607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914400"/>
            <a:ext cx="7315200" cy="73152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0" y="3566160"/>
            <a:ext cx="3959352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1371600"/>
            <a:ext cx="1219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6000"/>
          </a:p>
        </p:txBody>
      </p:sp>
      <p:sp>
        <p:nvSpPr>
          <p:cNvPr id="9" name="Text 7"/>
          <p:cNvSpPr/>
          <p:nvPr/>
        </p:nvSpPr>
        <p:spPr>
          <a:xfrm>
            <a:off x="0" y="30175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Overview</a:t>
            </a:r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4754880" y="3840480"/>
            <a:ext cx="2679192" cy="36576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makes this system powerful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182880" y="118872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1168" y="1188720"/>
            <a:ext cx="2752344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Shape 9"/>
          <p:cNvSpPr/>
          <p:nvPr/>
        </p:nvSpPr>
        <p:spPr>
          <a:xfrm>
            <a:off x="1234440" y="137160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3444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🏢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274320" y="2103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Property Listing</a:t>
            </a:r>
            <a:endParaRPr lang="en-US" sz="1350"/>
          </a:p>
        </p:txBody>
      </p:sp>
      <p:sp>
        <p:nvSpPr>
          <p:cNvPr id="14" name="Shape 12"/>
          <p:cNvSpPr/>
          <p:nvPr/>
        </p:nvSpPr>
        <p:spPr>
          <a:xfrm>
            <a:off x="457200" y="256032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265176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properties with images, units, pricing</a:t>
            </a:r>
            <a:endParaRPr lang="en-US" sz="1150"/>
          </a:p>
        </p:txBody>
      </p:sp>
      <p:sp>
        <p:nvSpPr>
          <p:cNvPr id="16" name="Shape 14"/>
          <p:cNvSpPr/>
          <p:nvPr/>
        </p:nvSpPr>
        <p:spPr>
          <a:xfrm>
            <a:off x="3182112" y="118872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188720"/>
            <a:ext cx="2752344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4233672" y="137160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233672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</a:t>
            </a:r>
            <a:endParaRPr lang="en-US" sz="1800"/>
          </a:p>
        </p:txBody>
      </p:sp>
      <p:sp>
        <p:nvSpPr>
          <p:cNvPr id="20" name="Text 18"/>
          <p:cNvSpPr/>
          <p:nvPr/>
        </p:nvSpPr>
        <p:spPr>
          <a:xfrm>
            <a:off x="3273552" y="2103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&amp; Filter</a:t>
            </a:r>
            <a:endParaRPr lang="en-US" sz="1350"/>
          </a:p>
        </p:txBody>
      </p:sp>
      <p:sp>
        <p:nvSpPr>
          <p:cNvPr id="21" name="Shape 19"/>
          <p:cNvSpPr/>
          <p:nvPr/>
        </p:nvSpPr>
        <p:spPr>
          <a:xfrm>
            <a:off x="3456432" y="256032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22" name="Text 20"/>
          <p:cNvSpPr/>
          <p:nvPr/>
        </p:nvSpPr>
        <p:spPr>
          <a:xfrm>
            <a:off x="3273552" y="265176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City, GPS, price range, popular cities</a:t>
            </a:r>
            <a:endParaRPr lang="en-US" sz="1150"/>
          </a:p>
        </p:txBody>
      </p:sp>
      <p:sp>
        <p:nvSpPr>
          <p:cNvPr id="23" name="Shape 21"/>
          <p:cNvSpPr/>
          <p:nvPr/>
        </p:nvSpPr>
        <p:spPr>
          <a:xfrm>
            <a:off x="6181344" y="118872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99632" y="1188720"/>
            <a:ext cx="2752344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Shape 23"/>
          <p:cNvSpPr/>
          <p:nvPr/>
        </p:nvSpPr>
        <p:spPr>
          <a:xfrm>
            <a:off x="7232904" y="1371600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50800" dir="16200000" algn="bl" rotWithShape="0">
              <a:srgbClr val="10B981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232904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endParaRPr lang="en-US" sz="1800"/>
          </a:p>
        </p:txBody>
      </p:sp>
      <p:sp>
        <p:nvSpPr>
          <p:cNvPr id="27" name="Text 25"/>
          <p:cNvSpPr/>
          <p:nvPr/>
        </p:nvSpPr>
        <p:spPr>
          <a:xfrm>
            <a:off x="6272784" y="2103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&amp; Approval</a:t>
            </a:r>
            <a:endParaRPr lang="en-US" sz="1350"/>
          </a:p>
        </p:txBody>
      </p:sp>
      <p:sp>
        <p:nvSpPr>
          <p:cNvPr id="28" name="Shape 26"/>
          <p:cNvSpPr/>
          <p:nvPr/>
        </p:nvSpPr>
        <p:spPr>
          <a:xfrm>
            <a:off x="6455664" y="256032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265176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with docs, owner reviews</a:t>
            </a:r>
            <a:endParaRPr lang="en-US" sz="1150"/>
          </a:p>
        </p:txBody>
      </p:sp>
      <p:sp>
        <p:nvSpPr>
          <p:cNvPr id="30" name="Shape 28"/>
          <p:cNvSpPr/>
          <p:nvPr/>
        </p:nvSpPr>
        <p:spPr>
          <a:xfrm>
            <a:off x="9180576" y="118872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98864" y="1188720"/>
            <a:ext cx="2752344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Shape 30"/>
          <p:cNvSpPr/>
          <p:nvPr/>
        </p:nvSpPr>
        <p:spPr>
          <a:xfrm>
            <a:off x="10232136" y="137160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50800" dir="16200000" algn="bl" rotWithShape="0">
              <a:srgbClr val="F59E0B">
                <a:alpha val="4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232136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</a:t>
            </a:r>
            <a:endParaRPr lang="en-US" sz="1800"/>
          </a:p>
        </p:txBody>
      </p:sp>
      <p:sp>
        <p:nvSpPr>
          <p:cNvPr id="34" name="Text 32"/>
          <p:cNvSpPr/>
          <p:nvPr/>
        </p:nvSpPr>
        <p:spPr>
          <a:xfrm>
            <a:off x="9272016" y="2103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Gateway</a:t>
            </a:r>
            <a:endParaRPr lang="en-US" sz="1350"/>
          </a:p>
        </p:txBody>
      </p:sp>
      <p:sp>
        <p:nvSpPr>
          <p:cNvPr id="35" name="Shape 33"/>
          <p:cNvSpPr/>
          <p:nvPr/>
        </p:nvSpPr>
        <p:spPr>
          <a:xfrm>
            <a:off x="9454896" y="256032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36" name="Text 34"/>
          <p:cNvSpPr/>
          <p:nvPr/>
        </p:nvSpPr>
        <p:spPr>
          <a:xfrm>
            <a:off x="9272016" y="265176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UPI, Card, Net Banking, QR code</a:t>
            </a:r>
            <a:endParaRPr lang="en-US" sz="1150"/>
          </a:p>
        </p:txBody>
      </p:sp>
      <p:sp>
        <p:nvSpPr>
          <p:cNvPr id="37" name="Shape 35"/>
          <p:cNvSpPr/>
          <p:nvPr/>
        </p:nvSpPr>
        <p:spPr>
          <a:xfrm>
            <a:off x="182880" y="379476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1168" y="3794760"/>
            <a:ext cx="2752344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9" name="Shape 37"/>
          <p:cNvSpPr/>
          <p:nvPr/>
        </p:nvSpPr>
        <p:spPr>
          <a:xfrm>
            <a:off x="1234440" y="397764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  <a:effectLst>
            <a:outerShdw blurRad="101600" dist="50800" dir="16200000" algn="bl" rotWithShape="0">
              <a:srgbClr val="6C63FF">
                <a:alpha val="4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23444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1800"/>
          </a:p>
        </p:txBody>
      </p:sp>
      <p:sp>
        <p:nvSpPr>
          <p:cNvPr id="41" name="Text 39"/>
          <p:cNvSpPr/>
          <p:nvPr/>
        </p:nvSpPr>
        <p:spPr>
          <a:xfrm>
            <a:off x="274320" y="47091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 Tracking</a:t>
            </a:r>
            <a:endParaRPr lang="en-US" sz="1350"/>
          </a:p>
        </p:txBody>
      </p:sp>
      <p:sp>
        <p:nvSpPr>
          <p:cNvPr id="42" name="Shape 40"/>
          <p:cNvSpPr/>
          <p:nvPr/>
        </p:nvSpPr>
        <p:spPr>
          <a:xfrm>
            <a:off x="457200" y="516636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43" name="Text 41"/>
          <p:cNvSpPr/>
          <p:nvPr/>
        </p:nvSpPr>
        <p:spPr>
          <a:xfrm>
            <a:off x="274320" y="525780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Pending/Paid/Overdue + late fees</a:t>
            </a:r>
            <a:endParaRPr lang="en-US" sz="1150"/>
          </a:p>
        </p:txBody>
      </p:sp>
      <p:sp>
        <p:nvSpPr>
          <p:cNvPr id="44" name="Shape 42"/>
          <p:cNvSpPr/>
          <p:nvPr/>
        </p:nvSpPr>
        <p:spPr>
          <a:xfrm>
            <a:off x="3182112" y="379476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200400" y="3794760"/>
            <a:ext cx="2752344" cy="45720"/>
          </a:xfrm>
          <a:prstGeom prst="rect">
            <a:avLst/>
          </a:prstGeom>
          <a:solidFill>
            <a:srgbClr val="FF006E"/>
          </a:solidFill>
          <a:ln/>
        </p:spPr>
      </p:sp>
      <p:sp>
        <p:nvSpPr>
          <p:cNvPr id="46" name="Shape 44"/>
          <p:cNvSpPr/>
          <p:nvPr/>
        </p:nvSpPr>
        <p:spPr>
          <a:xfrm>
            <a:off x="4233672" y="3977640"/>
            <a:ext cx="640080" cy="640080"/>
          </a:xfrm>
          <a:prstGeom prst="ellipse">
            <a:avLst/>
          </a:prstGeom>
          <a:solidFill>
            <a:srgbClr val="FF006E"/>
          </a:solidFill>
          <a:ln w="12700">
            <a:solidFill>
              <a:srgbClr val="FF006E"/>
            </a:solidFill>
            <a:prstDash val="solid"/>
          </a:ln>
          <a:effectLst>
            <a:outerShdw blurRad="101600" dist="50800" dir="16200000" algn="bl" rotWithShape="0">
              <a:srgbClr val="FF006E">
                <a:alpha val="4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233672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⏰</a:t>
            </a:r>
            <a:endParaRPr lang="en-US" sz="1800"/>
          </a:p>
        </p:txBody>
      </p:sp>
      <p:sp>
        <p:nvSpPr>
          <p:cNvPr id="48" name="Text 46"/>
          <p:cNvSpPr/>
          <p:nvPr/>
        </p:nvSpPr>
        <p:spPr>
          <a:xfrm>
            <a:off x="3273552" y="47091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Reminders</a:t>
            </a:r>
            <a:endParaRPr lang="en-US" sz="1350"/>
          </a:p>
        </p:txBody>
      </p:sp>
      <p:sp>
        <p:nvSpPr>
          <p:cNvPr id="49" name="Shape 47"/>
          <p:cNvSpPr/>
          <p:nvPr/>
        </p:nvSpPr>
        <p:spPr>
          <a:xfrm>
            <a:off x="3456432" y="516636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50" name="Text 48"/>
          <p:cNvSpPr/>
          <p:nvPr/>
        </p:nvSpPr>
        <p:spPr>
          <a:xfrm>
            <a:off x="3273552" y="525780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5-day, 2-day, due-date alerts</a:t>
            </a:r>
            <a:endParaRPr lang="en-US" sz="1150"/>
          </a:p>
        </p:txBody>
      </p:sp>
      <p:sp>
        <p:nvSpPr>
          <p:cNvPr id="51" name="Shape 49"/>
          <p:cNvSpPr/>
          <p:nvPr/>
        </p:nvSpPr>
        <p:spPr>
          <a:xfrm>
            <a:off x="6181344" y="379476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199632" y="3794760"/>
            <a:ext cx="2752344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3" name="Shape 51"/>
          <p:cNvSpPr/>
          <p:nvPr/>
        </p:nvSpPr>
        <p:spPr>
          <a:xfrm>
            <a:off x="7232904" y="397764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7232904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📁</a:t>
            </a:r>
            <a:endParaRPr lang="en-US" sz="1800"/>
          </a:p>
        </p:txBody>
      </p:sp>
      <p:sp>
        <p:nvSpPr>
          <p:cNvPr id="55" name="Text 53"/>
          <p:cNvSpPr/>
          <p:nvPr/>
        </p:nvSpPr>
        <p:spPr>
          <a:xfrm>
            <a:off x="6272784" y="47091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Upload</a:t>
            </a:r>
            <a:endParaRPr lang="en-US" sz="1350"/>
          </a:p>
        </p:txBody>
      </p:sp>
      <p:sp>
        <p:nvSpPr>
          <p:cNvPr id="56" name="Shape 54"/>
          <p:cNvSpPr/>
          <p:nvPr/>
        </p:nvSpPr>
        <p:spPr>
          <a:xfrm>
            <a:off x="6455664" y="516636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57" name="Text 55"/>
          <p:cNvSpPr/>
          <p:nvPr/>
        </p:nvSpPr>
        <p:spPr>
          <a:xfrm>
            <a:off x="6272784" y="525780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 proof via Cloudinary</a:t>
            </a:r>
            <a:endParaRPr lang="en-US" sz="1150"/>
          </a:p>
        </p:txBody>
      </p:sp>
      <p:sp>
        <p:nvSpPr>
          <p:cNvPr id="58" name="Shape 56"/>
          <p:cNvSpPr/>
          <p:nvPr/>
        </p:nvSpPr>
        <p:spPr>
          <a:xfrm>
            <a:off x="9180576" y="3794760"/>
            <a:ext cx="2788920" cy="233172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198864" y="3794760"/>
            <a:ext cx="2752344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0232136" y="3977640"/>
            <a:ext cx="640080" cy="64008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  <a:effectLst>
            <a:outerShdw blurRad="101600" dist="50800" dir="16200000" algn="bl" rotWithShape="0">
              <a:srgbClr val="FFB800">
                <a:alpha val="4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10232136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</a:t>
            </a:r>
            <a:endParaRPr lang="en-US" sz="1800"/>
          </a:p>
        </p:txBody>
      </p:sp>
      <p:sp>
        <p:nvSpPr>
          <p:cNvPr id="62" name="Text 60"/>
          <p:cNvSpPr/>
          <p:nvPr/>
        </p:nvSpPr>
        <p:spPr>
          <a:xfrm>
            <a:off x="9272016" y="470916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Panel</a:t>
            </a:r>
            <a:endParaRPr lang="en-US" sz="1350"/>
          </a:p>
        </p:txBody>
      </p:sp>
      <p:sp>
        <p:nvSpPr>
          <p:cNvPr id="63" name="Shape 61"/>
          <p:cNvSpPr/>
          <p:nvPr/>
        </p:nvSpPr>
        <p:spPr>
          <a:xfrm>
            <a:off x="9454896" y="5166360"/>
            <a:ext cx="2240280" cy="18288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64" name="Text 62"/>
          <p:cNvSpPr/>
          <p:nvPr/>
        </p:nvSpPr>
        <p:spPr>
          <a:xfrm>
            <a:off x="9272016" y="525780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Property approval, user mgmt</a:t>
            </a:r>
            <a:endParaRPr lang="en-US" sz="11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914400"/>
            <a:ext cx="7315200" cy="73152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0" y="3566160"/>
            <a:ext cx="3959352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1371600"/>
            <a:ext cx="1219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6000"/>
          </a:p>
        </p:txBody>
      </p:sp>
      <p:sp>
        <p:nvSpPr>
          <p:cNvPr id="9" name="Text 7"/>
          <p:cNvSpPr/>
          <p:nvPr/>
        </p:nvSpPr>
        <p:spPr>
          <a:xfrm>
            <a:off x="0" y="30175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Screenshots</a:t>
            </a:r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4754880" y="3840480"/>
            <a:ext cx="2679192" cy="36576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Page Preview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User-friendly homepage with property browsing and filters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1097280" y="1325880"/>
            <a:ext cx="9994392" cy="4754880"/>
          </a:xfrm>
          <a:prstGeom prst="rect">
            <a:avLst/>
          </a:prstGeom>
          <a:solidFill>
            <a:srgbClr val="6C63FF"/>
          </a:solidFill>
          <a:ln/>
          <a:effectLst>
            <a:outerShdw blurRad="254000" dist="50800" dir="16200000" algn="bl" rotWithShape="0">
              <a:srgbClr val="6C63FF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43000" y="1371600"/>
            <a:ext cx="9902952" cy="4663440"/>
          </a:xfrm>
          <a:prstGeom prst="rect">
            <a:avLst/>
          </a:prstGeom>
          <a:solidFill>
            <a:srgbClr val="111832"/>
          </a:solidFill>
          <a:ln w="12700">
            <a:solidFill>
              <a:srgbClr val="2D35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2560320"/>
            <a:ext cx="9902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35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Landing Page Screenshot ]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43000" y="5486400"/>
            <a:ext cx="9902952" cy="41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Clean, modern homepage • Property browsing • Role-based login</a:t>
            </a:r>
            <a:endParaRPr lang="en-US" sz="12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BF76C0-5B6E-A22D-AEDC-DDA515573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35" y="1460979"/>
            <a:ext cx="9692250" cy="39982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Panel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Property management, tenant overview, financial reports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1371600" y="1371600"/>
            <a:ext cx="9445752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Shape 8"/>
          <p:cNvSpPr/>
          <p:nvPr/>
        </p:nvSpPr>
        <p:spPr>
          <a:xfrm>
            <a:off x="6039612" y="1437437"/>
            <a:ext cx="109728" cy="27432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634947"/>
            <a:ext cx="9445752" cy="3862426"/>
          </a:xfrm>
          <a:prstGeom prst="rect">
            <a:avLst/>
          </a:prstGeom>
          <a:solidFill>
            <a:srgbClr val="111832"/>
          </a:solidFill>
          <a:ln w="12700">
            <a:solidFill>
              <a:srgbClr val="2D3561"/>
            </a:solidFill>
            <a:prstDash val="solid"/>
          </a:ln>
          <a:effectLst>
            <a:outerShdw blurRad="190500" dist="63500" dir="16200000" algn="bl" rotWithShape="0">
              <a:srgbClr val="6C63FF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71600" y="2468880"/>
            <a:ext cx="9445752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35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5326" y="5497373"/>
            <a:ext cx="3778301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1708099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Panel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000"/>
          </a:p>
        </p:txBody>
      </p:sp>
      <p:sp>
        <p:nvSpPr>
          <p:cNvPr id="17" name="Shape 15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Properties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Tenants</a:t>
            </a:r>
            <a:endParaRPr lang="en-US" sz="1000"/>
          </a:p>
        </p:txBody>
      </p:sp>
      <p:sp>
        <p:nvSpPr>
          <p:cNvPr id="21" name="Shape 19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 Records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Finances</a:t>
            </a:r>
            <a:endParaRPr lang="en-US" sz="1000"/>
          </a:p>
        </p:txBody>
      </p:sp>
      <p:sp>
        <p:nvSpPr>
          <p:cNvPr id="25" name="Shape 23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Notices</a:t>
            </a:r>
            <a:endParaRPr lang="en-US" sz="100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62BE507-5261-3939-6A7A-767EB3478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565" y="1701571"/>
            <a:ext cx="9284677" cy="37189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Dashboard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 properties, apply with documents, track rent status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1371600" y="1371600"/>
            <a:ext cx="9445752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Shape 8"/>
          <p:cNvSpPr/>
          <p:nvPr/>
        </p:nvSpPr>
        <p:spPr>
          <a:xfrm>
            <a:off x="6039612" y="1437437"/>
            <a:ext cx="109728" cy="27432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634947"/>
            <a:ext cx="9445752" cy="3862426"/>
          </a:xfrm>
          <a:prstGeom prst="rect">
            <a:avLst/>
          </a:prstGeom>
          <a:solidFill>
            <a:srgbClr val="111832"/>
          </a:solidFill>
          <a:ln w="12700">
            <a:solidFill>
              <a:srgbClr val="2D3561"/>
            </a:solidFill>
            <a:prstDash val="solid"/>
          </a:ln>
          <a:effectLst>
            <a:outerShdw blurRad="190500" dist="63500" dir="16200000" algn="bl" rotWithShape="0">
              <a:srgbClr val="6C63FF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71600" y="2468880"/>
            <a:ext cx="9445752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35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5326" y="5497373"/>
            <a:ext cx="3778301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1708099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Dashboard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</a:t>
            </a:r>
            <a:endParaRPr lang="en-US" sz="1000"/>
          </a:p>
        </p:txBody>
      </p:sp>
      <p:sp>
        <p:nvSpPr>
          <p:cNvPr id="17" name="Shape 15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</a:t>
            </a:r>
            <a:endParaRPr lang="en-US" sz="1000"/>
          </a:p>
        </p:txBody>
      </p:sp>
      <p:sp>
        <p:nvSpPr>
          <p:cNvPr id="21" name="Shape 19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Documents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 Status</a:t>
            </a:r>
            <a:endParaRPr lang="en-US" sz="1000"/>
          </a:p>
        </p:txBody>
      </p:sp>
      <p:sp>
        <p:nvSpPr>
          <p:cNvPr id="25" name="Shape 23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100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352B8FB-A212-DF4B-DD4C-2D24462C9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68" y="1708099"/>
            <a:ext cx="9288272" cy="37398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System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UPI, Card, Net Banking with QR code and transaction tracking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1371600" y="1371600"/>
            <a:ext cx="9445752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Shape 8"/>
          <p:cNvSpPr/>
          <p:nvPr/>
        </p:nvSpPr>
        <p:spPr>
          <a:xfrm>
            <a:off x="6039612" y="1437437"/>
            <a:ext cx="109728" cy="27432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634947"/>
            <a:ext cx="9445752" cy="3862426"/>
          </a:xfrm>
          <a:prstGeom prst="rect">
            <a:avLst/>
          </a:prstGeom>
          <a:solidFill>
            <a:srgbClr val="111832"/>
          </a:solidFill>
          <a:ln w="12700">
            <a:solidFill>
              <a:srgbClr val="2D3561"/>
            </a:solidFill>
            <a:prstDash val="solid"/>
          </a:ln>
          <a:effectLst>
            <a:outerShdw blurRad="190500" dist="63500" dir="16200000" algn="bl" rotWithShape="0">
              <a:srgbClr val="6C63F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71600" y="2468880"/>
            <a:ext cx="9445752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35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5326" y="5497373"/>
            <a:ext cx="3778301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1708099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System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 Pay</a:t>
            </a:r>
            <a:endParaRPr lang="en-US" sz="1000"/>
          </a:p>
        </p:txBody>
      </p:sp>
      <p:sp>
        <p:nvSpPr>
          <p:cNvPr id="17" name="Shape 15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Card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Banking</a:t>
            </a:r>
            <a:endParaRPr lang="en-US" sz="1000"/>
          </a:p>
        </p:txBody>
      </p:sp>
      <p:sp>
        <p:nvSpPr>
          <p:cNvPr id="21" name="Shape 19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Code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ID</a:t>
            </a:r>
            <a:endParaRPr lang="en-US" sz="1000"/>
          </a:p>
        </p:txBody>
      </p:sp>
      <p:sp>
        <p:nvSpPr>
          <p:cNvPr id="25" name="Shape 23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</a:t>
            </a:r>
            <a:endParaRPr lang="en-US" sz="100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6A4EE72-959B-70D3-1ABC-F14C7D1B8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115" y="1674728"/>
            <a:ext cx="2352994" cy="37458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Property Search &amp; Filters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City search, GPS location, price range, popular cities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1371600" y="1371600"/>
            <a:ext cx="9445752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Shape 8"/>
          <p:cNvSpPr/>
          <p:nvPr/>
        </p:nvSpPr>
        <p:spPr>
          <a:xfrm>
            <a:off x="6039612" y="1437437"/>
            <a:ext cx="109728" cy="27432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634947"/>
            <a:ext cx="9445752" cy="3862426"/>
          </a:xfrm>
          <a:prstGeom prst="rect">
            <a:avLst/>
          </a:prstGeom>
          <a:solidFill>
            <a:srgbClr val="111832"/>
          </a:solidFill>
          <a:ln w="12700">
            <a:solidFill>
              <a:srgbClr val="2D3561"/>
            </a:solidFill>
            <a:prstDash val="solid"/>
          </a:ln>
          <a:effectLst>
            <a:outerShdw blurRad="190500" dist="63500" dir="16200000" algn="bl" rotWithShape="0">
              <a:srgbClr val="6C63F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71600" y="2468880"/>
            <a:ext cx="9445752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35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5326" y="5497373"/>
            <a:ext cx="3778301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1708099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Property Search &amp; Filters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City Search</a:t>
            </a:r>
            <a:endParaRPr lang="en-US" sz="1000"/>
          </a:p>
        </p:txBody>
      </p:sp>
      <p:sp>
        <p:nvSpPr>
          <p:cNvPr id="17" name="Shape 15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GPS Detect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Range</a:t>
            </a:r>
            <a:endParaRPr lang="en-US" sz="1000"/>
          </a:p>
        </p:txBody>
      </p:sp>
      <p:sp>
        <p:nvSpPr>
          <p:cNvPr id="21" name="Shape 19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Popular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Tags</a:t>
            </a:r>
            <a:endParaRPr lang="en-US" sz="1000"/>
          </a:p>
        </p:txBody>
      </p:sp>
      <p:sp>
        <p:nvSpPr>
          <p:cNvPr id="25" name="Shape 23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</a:t>
            </a:r>
            <a:endParaRPr lang="en-US" sz="100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DF7FACF-826F-1054-A64B-0F825AD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072" y="2071595"/>
            <a:ext cx="9303663" cy="29891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D9050-D03C-1BC4-50F3-3E61BA60D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8AAEE5A-E2F1-2B83-57F9-191723A404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AC7C885-5EFD-6034-A5A4-C4D6DAB17369}"/>
              </a:ext>
            </a:extLst>
          </p:cNvPr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505C35C-F62F-2498-99BE-BB5C739C0A24}"/>
              </a:ext>
            </a:extLst>
          </p:cNvPr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CA16B15-55A4-0E9D-A2EC-1FE43FACE5AF}"/>
              </a:ext>
            </a:extLst>
          </p:cNvPr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1418EBB-918F-D0CF-677E-04CB4E0FF92D}"/>
              </a:ext>
            </a:extLst>
          </p:cNvPr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D5FA05B-B8E1-A042-4B79-A5B6E2E55BFC}"/>
              </a:ext>
            </a:extLst>
          </p:cNvPr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RENTEASE</a:t>
            </a:r>
            <a:endParaRPr lang="en-US" sz="2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5C81A99-91CC-E21A-0BFF-C0878CD5747E}"/>
              </a:ext>
            </a:extLst>
          </p:cNvPr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RENTAL MANAGEMENT SYSTEM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BCE132F-2619-5FF3-1D07-41AB671DD8A9}"/>
              </a:ext>
            </a:extLst>
          </p:cNvPr>
          <p:cNvSpPr/>
          <p:nvPr/>
        </p:nvSpPr>
        <p:spPr>
          <a:xfrm>
            <a:off x="1371600" y="1371600"/>
            <a:ext cx="9445752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554A855-C3F3-3D55-573F-167749324EEA}"/>
              </a:ext>
            </a:extLst>
          </p:cNvPr>
          <p:cNvSpPr/>
          <p:nvPr/>
        </p:nvSpPr>
        <p:spPr>
          <a:xfrm>
            <a:off x="6039612" y="1437437"/>
            <a:ext cx="109728" cy="27432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57573BA-4EE9-27B9-9172-B32757EDBBEF}"/>
              </a:ext>
            </a:extLst>
          </p:cNvPr>
          <p:cNvSpPr/>
          <p:nvPr/>
        </p:nvSpPr>
        <p:spPr>
          <a:xfrm>
            <a:off x="1371600" y="1634947"/>
            <a:ext cx="9445752" cy="3862426"/>
          </a:xfrm>
          <a:prstGeom prst="rect">
            <a:avLst/>
          </a:prstGeom>
          <a:solidFill>
            <a:srgbClr val="111832"/>
          </a:solidFill>
          <a:ln w="12700">
            <a:solidFill>
              <a:srgbClr val="2D3561"/>
            </a:solidFill>
            <a:prstDash val="solid"/>
          </a:ln>
          <a:effectLst>
            <a:outerShdw blurRad="190500" dist="63500" dir="16200000" algn="bl" rotWithShape="0">
              <a:srgbClr val="6C63FF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BFD709F-4A75-9C56-718B-569204B42EB8}"/>
              </a:ext>
            </a:extLst>
          </p:cNvPr>
          <p:cNvSpPr/>
          <p:nvPr/>
        </p:nvSpPr>
        <p:spPr>
          <a:xfrm>
            <a:off x="1371600" y="2468880"/>
            <a:ext cx="9445752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bg1">
                    <a:lumMod val="95000"/>
                  </a:schemeClr>
                </a:solidFill>
                <a:latin typeface="Perpetua Titling MT" panose="02020502060505020804" pitchFamily="18" charset="0"/>
                <a:ea typeface="Segoe UI" pitchFamily="34" charset="-122"/>
                <a:cs typeface="Segoe UI" pitchFamily="34" charset="-120"/>
              </a:rPr>
              <a:t>WORKING</a:t>
            </a:r>
            <a:endParaRPr lang="en-US" sz="4400" dirty="0">
              <a:solidFill>
                <a:schemeClr val="bg1">
                  <a:lumMod val="9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90AAF59-B69B-572F-5C70-4AA1217675A4}"/>
              </a:ext>
            </a:extLst>
          </p:cNvPr>
          <p:cNvSpPr/>
          <p:nvPr/>
        </p:nvSpPr>
        <p:spPr>
          <a:xfrm>
            <a:off x="4205326" y="5497373"/>
            <a:ext cx="3778301" cy="263347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1D6B9B2-7FEA-CB05-6827-581E39800575}"/>
              </a:ext>
            </a:extLst>
          </p:cNvPr>
          <p:cNvSpPr/>
          <p:nvPr/>
        </p:nvSpPr>
        <p:spPr>
          <a:xfrm>
            <a:off x="1371600" y="1708099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1F64B1B-A395-CB9D-7449-583148AAA2A4}"/>
              </a:ext>
            </a:extLst>
          </p:cNvPr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599E042-5664-FC32-75DC-5EAC42DD5904}"/>
              </a:ext>
            </a:extLst>
          </p:cNvPr>
          <p:cNvSpPr/>
          <p:nvPr/>
        </p:nvSpPr>
        <p:spPr>
          <a:xfrm>
            <a:off x="27432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539CDF7-5B77-D611-A403-77A5C6A7C7CC}"/>
              </a:ext>
            </a:extLst>
          </p:cNvPr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68CED5E-7A73-09A5-EEC4-249744B4DA4D}"/>
              </a:ext>
            </a:extLst>
          </p:cNvPr>
          <p:cNvSpPr/>
          <p:nvPr/>
        </p:nvSpPr>
        <p:spPr>
          <a:xfrm>
            <a:off x="2212848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52915A7-8378-E708-F494-F886699D971D}"/>
              </a:ext>
            </a:extLst>
          </p:cNvPr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8BD26AA-D6BE-5DC2-1B2B-60F2E04AC4B8}"/>
              </a:ext>
            </a:extLst>
          </p:cNvPr>
          <p:cNvSpPr/>
          <p:nvPr/>
        </p:nvSpPr>
        <p:spPr>
          <a:xfrm>
            <a:off x="4151376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A44F1F91-D89B-7BAD-82F5-01BFD4EC781D}"/>
              </a:ext>
            </a:extLst>
          </p:cNvPr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376C5BD-A75B-9A8D-C34D-93DF56C060FF}"/>
              </a:ext>
            </a:extLst>
          </p:cNvPr>
          <p:cNvSpPr/>
          <p:nvPr/>
        </p:nvSpPr>
        <p:spPr>
          <a:xfrm>
            <a:off x="6089904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B774341-0EF8-B6D8-E3D1-B23F81077FAB}"/>
              </a:ext>
            </a:extLst>
          </p:cNvPr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5632DDD-C794-0DB7-C87C-6E7D5FDD1679}"/>
              </a:ext>
            </a:extLst>
          </p:cNvPr>
          <p:cNvSpPr/>
          <p:nvPr/>
        </p:nvSpPr>
        <p:spPr>
          <a:xfrm>
            <a:off x="8028432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34B879F0-A4AD-51DC-1777-9899175C9B90}"/>
              </a:ext>
            </a:extLst>
          </p:cNvPr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19FAE67-6C89-BC1B-9436-6F92E67D0B8F}"/>
              </a:ext>
            </a:extLst>
          </p:cNvPr>
          <p:cNvSpPr/>
          <p:nvPr/>
        </p:nvSpPr>
        <p:spPr>
          <a:xfrm>
            <a:off x="9966960" y="6035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B025DE-F912-79B2-8EDB-02731BF11C8D}"/>
              </a:ext>
            </a:extLst>
          </p:cNvPr>
          <p:cNvSpPr txBox="1"/>
          <p:nvPr/>
        </p:nvSpPr>
        <p:spPr>
          <a:xfrm>
            <a:off x="4205326" y="1868119"/>
            <a:ext cx="312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bg1">
                    <a:lumMod val="95000"/>
                  </a:schemeClr>
                </a:solidFill>
              </a:rPr>
              <a:t>COMING TO ITS</a:t>
            </a:r>
          </a:p>
        </p:txBody>
      </p:sp>
    </p:spTree>
    <p:extLst>
      <p:ext uri="{BB962C8B-B14F-4D97-AF65-F5344CB8AC3E}">
        <p14:creationId xmlns:p14="http://schemas.microsoft.com/office/powerpoint/2010/main" val="20332385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914400"/>
            <a:ext cx="7315200" cy="73152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0" y="3566160"/>
            <a:ext cx="3959352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1371600"/>
            <a:ext cx="1219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>
                <a:solidFill>
                  <a:srgbClr val="6C6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6000"/>
          </a:p>
        </p:txBody>
      </p:sp>
      <p:sp>
        <p:nvSpPr>
          <p:cNvPr id="9" name="Text 7"/>
          <p:cNvSpPr/>
          <p:nvPr/>
        </p:nvSpPr>
        <p:spPr>
          <a:xfrm>
            <a:off x="0" y="30175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</a:t>
            </a:r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4754880" y="3840480"/>
            <a:ext cx="2679192" cy="36576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system is heading next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5669280" cy="146304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2608" y="1234440"/>
            <a:ext cx="5632704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554480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50800" dir="16200000" algn="bl" rotWithShape="0">
              <a:srgbClr val="10B981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1234440" y="141732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Razorpay / Stripe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234440" y="182880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rent collection with receipts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6263640" y="1234440"/>
            <a:ext cx="5669280" cy="146304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81928" y="1234440"/>
            <a:ext cx="5632704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55448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50800" dir="16200000" algn="bl" rotWithShape="0">
              <a:srgbClr val="8B5CF6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4652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</a:t>
            </a:r>
            <a:endParaRPr lang="en-US" sz="1800"/>
          </a:p>
        </p:txBody>
      </p:sp>
      <p:sp>
        <p:nvSpPr>
          <p:cNvPr id="19" name="Text 17"/>
          <p:cNvSpPr/>
          <p:nvPr/>
        </p:nvSpPr>
        <p:spPr>
          <a:xfrm>
            <a:off x="7223760" y="141732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Recommendations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7223760" y="182880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ML-based property suggestions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274320" y="2926080"/>
            <a:ext cx="5669280" cy="146304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92608" y="2926080"/>
            <a:ext cx="5632704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24612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blurRad="101600" dist="50800" dir="16200000" algn="bl" rotWithShape="0">
              <a:srgbClr val="00D4FF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3246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</a:t>
            </a:r>
            <a:endParaRPr lang="en-US" sz="1800"/>
          </a:p>
        </p:txBody>
      </p:sp>
      <p:sp>
        <p:nvSpPr>
          <p:cNvPr id="25" name="Text 23"/>
          <p:cNvSpPr/>
          <p:nvPr/>
        </p:nvSpPr>
        <p:spPr>
          <a:xfrm>
            <a:off x="1234440" y="310896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Chat</a:t>
            </a:r>
            <a:endParaRPr lang="en-US" sz="1500"/>
          </a:p>
        </p:txBody>
      </p:sp>
      <p:sp>
        <p:nvSpPr>
          <p:cNvPr id="26" name="Text 24"/>
          <p:cNvSpPr/>
          <p:nvPr/>
        </p:nvSpPr>
        <p:spPr>
          <a:xfrm>
            <a:off x="1234440" y="352044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owner-tenant messaging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6263640" y="2926080"/>
            <a:ext cx="5669280" cy="146304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2926080"/>
            <a:ext cx="5632704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324612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  <a:effectLst>
            <a:outerShdw blurRad="101600" dist="50800" dir="16200000" algn="bl" rotWithShape="0">
              <a:srgbClr val="6C63FF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46520" y="3246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</a:t>
            </a:r>
            <a:endParaRPr lang="en-US" sz="1800"/>
          </a:p>
        </p:txBody>
      </p:sp>
      <p:sp>
        <p:nvSpPr>
          <p:cNvPr id="31" name="Text 29"/>
          <p:cNvSpPr/>
          <p:nvPr/>
        </p:nvSpPr>
        <p:spPr>
          <a:xfrm>
            <a:off x="7223760" y="310896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App</a:t>
            </a:r>
            <a:endParaRPr lang="en-US" sz="1500"/>
          </a:p>
        </p:txBody>
      </p:sp>
      <p:sp>
        <p:nvSpPr>
          <p:cNvPr id="32" name="Text 30"/>
          <p:cNvSpPr/>
          <p:nvPr/>
        </p:nvSpPr>
        <p:spPr>
          <a:xfrm>
            <a:off x="7223760" y="352044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 for iOS &amp; Android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274320" y="4617720"/>
            <a:ext cx="5669280" cy="146304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92608" y="4617720"/>
            <a:ext cx="5632704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Shape 33"/>
          <p:cNvSpPr/>
          <p:nvPr/>
        </p:nvSpPr>
        <p:spPr>
          <a:xfrm>
            <a:off x="457200" y="49377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50800" dir="16200000" algn="bl" rotWithShape="0">
              <a:srgbClr val="F59E0B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720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1800"/>
          </a:p>
        </p:txBody>
      </p:sp>
      <p:sp>
        <p:nvSpPr>
          <p:cNvPr id="37" name="Text 35"/>
          <p:cNvSpPr/>
          <p:nvPr/>
        </p:nvSpPr>
        <p:spPr>
          <a:xfrm>
            <a:off x="1234440" y="480060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Analytics</a:t>
            </a:r>
            <a:endParaRPr lang="en-US" sz="1500"/>
          </a:p>
        </p:txBody>
      </p:sp>
      <p:sp>
        <p:nvSpPr>
          <p:cNvPr id="38" name="Text 36"/>
          <p:cNvSpPr/>
          <p:nvPr/>
        </p:nvSpPr>
        <p:spPr>
          <a:xfrm>
            <a:off x="1234440" y="521208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Income trends, occupancy forecasting</a:t>
            </a:r>
            <a:endParaRPr lang="en-US" sz="1200"/>
          </a:p>
        </p:txBody>
      </p:sp>
      <p:sp>
        <p:nvSpPr>
          <p:cNvPr id="39" name="Shape 37"/>
          <p:cNvSpPr/>
          <p:nvPr/>
        </p:nvSpPr>
        <p:spPr>
          <a:xfrm>
            <a:off x="6263640" y="4617720"/>
            <a:ext cx="5669280" cy="146304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281928" y="4617720"/>
            <a:ext cx="5632704" cy="45720"/>
          </a:xfrm>
          <a:prstGeom prst="rect">
            <a:avLst/>
          </a:prstGeom>
          <a:solidFill>
            <a:srgbClr val="FF006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46520" y="4937760"/>
            <a:ext cx="640080" cy="640080"/>
          </a:xfrm>
          <a:prstGeom prst="ellipse">
            <a:avLst/>
          </a:prstGeom>
          <a:solidFill>
            <a:srgbClr val="FF006E"/>
          </a:solidFill>
          <a:ln w="12700">
            <a:solidFill>
              <a:srgbClr val="FF006E"/>
            </a:solidFill>
            <a:prstDash val="solid"/>
          </a:ln>
          <a:effectLst>
            <a:outerShdw blurRad="101600" dist="50800" dir="16200000" algn="bl" rotWithShape="0">
              <a:srgbClr val="FF006E">
                <a:alpha val="4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4652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🗓️</a:t>
            </a:r>
            <a:endParaRPr lang="en-US" sz="1800"/>
          </a:p>
        </p:txBody>
      </p:sp>
      <p:sp>
        <p:nvSpPr>
          <p:cNvPr id="43" name="Text 41"/>
          <p:cNvSpPr/>
          <p:nvPr/>
        </p:nvSpPr>
        <p:spPr>
          <a:xfrm>
            <a:off x="7223760" y="480060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SMS/Email Automation</a:t>
            </a:r>
            <a:endParaRPr lang="en-US" sz="1500"/>
          </a:p>
        </p:txBody>
      </p:sp>
      <p:sp>
        <p:nvSpPr>
          <p:cNvPr id="44" name="Text 42"/>
          <p:cNvSpPr/>
          <p:nvPr/>
        </p:nvSpPr>
        <p:spPr>
          <a:xfrm>
            <a:off x="7223760" y="521208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Server-side scheduled reminders</a:t>
            </a:r>
            <a:endParaRPr lang="en-US" sz="12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0" y="457200"/>
            <a:ext cx="4572000" cy="45720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1188720"/>
            <a:ext cx="2743200" cy="274320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37160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endParaRPr lang="en-US" sz="5200"/>
          </a:p>
        </p:txBody>
      </p:sp>
      <p:sp>
        <p:nvSpPr>
          <p:cNvPr id="9" name="Shape 7"/>
          <p:cNvSpPr/>
          <p:nvPr/>
        </p:nvSpPr>
        <p:spPr>
          <a:xfrm>
            <a:off x="274320" y="320040"/>
            <a:ext cx="54864" cy="5943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3000"/>
          </a:p>
        </p:txBody>
      </p:sp>
      <p:sp>
        <p:nvSpPr>
          <p:cNvPr id="11" name="Shape 9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" y="1234440"/>
            <a:ext cx="45720" cy="65836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2344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Simplifies the entire rental lifecycle — listing to payment.</a:t>
            </a:r>
            <a:endParaRPr lang="en-US" sz="1350"/>
          </a:p>
        </p:txBody>
      </p:sp>
      <p:sp>
        <p:nvSpPr>
          <p:cNvPr id="14" name="Shape 12"/>
          <p:cNvSpPr/>
          <p:nvPr/>
        </p:nvSpPr>
        <p:spPr>
          <a:xfrm>
            <a:off x="365760" y="2148840"/>
            <a:ext cx="45720" cy="65836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1488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Eliminates paperwork with automated rent cycles &amp; late fees.</a:t>
            </a:r>
            <a:endParaRPr lang="en-US" sz="135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5720" cy="65836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0632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Improves transparency through real-time notifications.</a:t>
            </a:r>
            <a:endParaRPr lang="en-US" sz="1350"/>
          </a:p>
        </p:txBody>
      </p:sp>
      <p:sp>
        <p:nvSpPr>
          <p:cNvPr id="18" name="Shape 16"/>
          <p:cNvSpPr/>
          <p:nvPr/>
        </p:nvSpPr>
        <p:spPr>
          <a:xfrm>
            <a:off x="365760" y="3977640"/>
            <a:ext cx="45720" cy="65836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9776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Scalable architecture — ready for real payment gateways.</a:t>
            </a:r>
            <a:endParaRPr lang="en-US" sz="1350"/>
          </a:p>
        </p:txBody>
      </p:sp>
      <p:sp>
        <p:nvSpPr>
          <p:cNvPr id="20" name="Shape 18"/>
          <p:cNvSpPr/>
          <p:nvPr/>
        </p:nvSpPr>
        <p:spPr>
          <a:xfrm>
            <a:off x="365760" y="4892040"/>
            <a:ext cx="45720" cy="65836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8920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tech stack ensures reliability &amp; security.</a:t>
            </a:r>
            <a:endParaRPr lang="en-US" sz="13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828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Bibliography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&amp; References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11612880" cy="59436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234440"/>
            <a:ext cx="594360" cy="5943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234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[1]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1005840" y="13075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Firebase Docs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5029200" y="1307592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firebase.google.com/docs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274320" y="1947672"/>
            <a:ext cx="11612880" cy="59436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1947672"/>
            <a:ext cx="594360" cy="5943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194767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[2]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1005840" y="20208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Documentation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5029200" y="2020824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react.dev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274320" y="2660904"/>
            <a:ext cx="11612880" cy="59436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660904"/>
            <a:ext cx="594360" cy="5943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66090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[3]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1005840" y="273405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Cloudinary Docs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5029200" y="2734056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cloudinary.com/documentation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274320" y="3374136"/>
            <a:ext cx="11612880" cy="59436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374136"/>
            <a:ext cx="594360" cy="5943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3374136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[4]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1005840" y="34472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 Handbook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5029200" y="3447288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typescriptlang.org/docs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274320" y="4087368"/>
            <a:ext cx="11612880" cy="59436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4087368"/>
            <a:ext cx="594360" cy="5943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408736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[5]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1005840" y="4160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 Documentation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vitejs.dev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274320" y="4800600"/>
            <a:ext cx="11612880" cy="59436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74320" y="4800600"/>
            <a:ext cx="594360" cy="5943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36" name="Text 34"/>
          <p:cNvSpPr/>
          <p:nvPr/>
        </p:nvSpPr>
        <p:spPr>
          <a:xfrm>
            <a:off x="274320" y="48006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[6]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1005840" y="48737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Docs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5029200" y="4873752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vercel.com/docs</a:t>
            </a:r>
            <a:endParaRPr lang="en-US" sz="1200"/>
          </a:p>
        </p:txBody>
      </p:sp>
      <p:sp>
        <p:nvSpPr>
          <p:cNvPr id="39" name="Shape 37"/>
          <p:cNvSpPr/>
          <p:nvPr/>
        </p:nvSpPr>
        <p:spPr>
          <a:xfrm>
            <a:off x="274320" y="5513832"/>
            <a:ext cx="11612880" cy="594360"/>
          </a:xfrm>
          <a:prstGeom prst="rect">
            <a:avLst/>
          </a:prstGeom>
          <a:solidFill>
            <a:srgbClr val="151B36"/>
          </a:solidFill>
          <a:ln w="12700">
            <a:solidFill>
              <a:srgbClr val="2D3561"/>
            </a:solidFill>
            <a:prstDash val="solid"/>
          </a:ln>
          <a:effectLst>
            <a:outerShdw blurRad="152400" dist="508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74320" y="5513832"/>
            <a:ext cx="594360" cy="5943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551383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[7]</a:t>
            </a:r>
            <a:endParaRPr lang="en-US" sz="1200"/>
          </a:p>
        </p:txBody>
      </p:sp>
      <p:sp>
        <p:nvSpPr>
          <p:cNvPr id="42" name="Text 40"/>
          <p:cNvSpPr/>
          <p:nvPr/>
        </p:nvSpPr>
        <p:spPr>
          <a:xfrm>
            <a:off x="1005840" y="5586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 Overflow</a:t>
            </a:r>
            <a:endParaRPr lang="en-US" sz="1400"/>
          </a:p>
        </p:txBody>
      </p:sp>
      <p:sp>
        <p:nvSpPr>
          <p:cNvPr id="43" name="Text 41"/>
          <p:cNvSpPr/>
          <p:nvPr/>
        </p:nvSpPr>
        <p:spPr>
          <a:xfrm>
            <a:off x="5029200" y="5586984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stackoverflow.com</a:t>
            </a:r>
            <a:endParaRPr lang="en-US" sz="12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111832"/>
          </a:solidFill>
          <a:ln w="12700">
            <a:solidFill>
              <a:srgbClr val="111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0D1225"/>
          </a:solidFill>
          <a:ln w="12700">
            <a:solidFill>
              <a:srgbClr val="0D12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0" y="-731520"/>
            <a:ext cx="3657600" cy="365760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1371600"/>
            <a:ext cx="1219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>
                <a:solidFill>
                  <a:srgbClr val="FFFFFF"/>
                </a:solidFill>
                <a:effectLst>
                  <a:glow rad="127000">
                    <a:srgbClr val="6C63FF">
                      <a:alpha val="40000"/>
                    </a:srgbClr>
                  </a:glow>
                </a:effectLst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6800"/>
          </a:p>
        </p:txBody>
      </p:sp>
      <p:sp>
        <p:nvSpPr>
          <p:cNvPr id="8" name="Text 6"/>
          <p:cNvSpPr/>
          <p:nvPr/>
        </p:nvSpPr>
        <p:spPr>
          <a:xfrm>
            <a:off x="0" y="3108960"/>
            <a:ext cx="1219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>
                <a:solidFill>
                  <a:srgbClr val="00D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Rental Property Management System</a:t>
            </a:r>
            <a:endParaRPr lang="en-US" sz="1800"/>
          </a:p>
        </p:txBody>
      </p:sp>
      <p:sp>
        <p:nvSpPr>
          <p:cNvPr id="9" name="Shape 7"/>
          <p:cNvSpPr/>
          <p:nvPr/>
        </p:nvSpPr>
        <p:spPr>
          <a:xfrm>
            <a:off x="3474720" y="3794760"/>
            <a:ext cx="5239512" cy="36576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0" name="Text 8"/>
          <p:cNvSpPr/>
          <p:nvPr/>
        </p:nvSpPr>
        <p:spPr>
          <a:xfrm>
            <a:off x="0" y="402336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B8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Feedback are Welcome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0" y="621792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Presented by: Mohammad Mojahid  |  B.Tech CSE — 6th Semester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801</Words>
  <Application>Microsoft Office PowerPoint</Application>
  <PresentationFormat>Widescreen</PresentationFormat>
  <Paragraphs>272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Amasis MT Pro Medium</vt:lpstr>
      <vt:lpstr>Arial</vt:lpstr>
      <vt:lpstr>Perpetua Titling MT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mohammad mojahid</cp:lastModifiedBy>
  <cp:revision>1</cp:revision>
  <dcterms:created xsi:type="dcterms:W3CDTF">2026-03-24T19:25:43Z</dcterms:created>
  <dcterms:modified xsi:type="dcterms:W3CDTF">2026-03-26T15:30:21Z</dcterms:modified>
</cp:coreProperties>
</file>